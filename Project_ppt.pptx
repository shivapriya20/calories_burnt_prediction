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81" r:id="rId5"/>
    <p:sldId id="282" r:id="rId6"/>
    <p:sldId id="260" r:id="rId7"/>
    <p:sldId id="261" r:id="rId8"/>
    <p:sldId id="262" r:id="rId9"/>
    <p:sldId id="263" r:id="rId10"/>
    <p:sldId id="280" r:id="rId11"/>
    <p:sldId id="266" r:id="rId12"/>
    <p:sldId id="267" r:id="rId13"/>
    <p:sldId id="269" r:id="rId14"/>
    <p:sldId id="283" r:id="rId15"/>
    <p:sldId id="284" r:id="rId16"/>
    <p:sldId id="285" r:id="rId17"/>
    <p:sldId id="286" r:id="rId18"/>
    <p:sldId id="287" r:id="rId19"/>
    <p:sldId id="288" r:id="rId20"/>
    <p:sldId id="289" r:id="rId21"/>
    <p:sldId id="290" r:id="rId22"/>
    <p:sldId id="291" r:id="rId23"/>
    <p:sldId id="29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6F256B-79FF-404E-9CA6-607F82CFF276}" v="53" dt="2023-04-23T21:14:11.2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15"/>
  </p:normalViewPr>
  <p:slideViewPr>
    <p:cSldViewPr snapToGrid="0">
      <p:cViewPr>
        <p:scale>
          <a:sx n="60" d="100"/>
          <a:sy n="60" d="100"/>
        </p:scale>
        <p:origin x="68"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chitha Reddy Chinthireddy" userId="bbde9790795bb5a9" providerId="LiveId" clId="{176F256B-79FF-404E-9CA6-607F82CFF276}"/>
    <pc:docChg chg="undo custSel addSld delSld modSld">
      <pc:chgData name="Suchitha Reddy Chinthireddy" userId="bbde9790795bb5a9" providerId="LiveId" clId="{176F256B-79FF-404E-9CA6-607F82CFF276}" dt="2023-04-23T21:14:12.683" v="422" actId="962"/>
      <pc:docMkLst>
        <pc:docMk/>
      </pc:docMkLst>
      <pc:sldChg chg="modSp mod">
        <pc:chgData name="Suchitha Reddy Chinthireddy" userId="bbde9790795bb5a9" providerId="LiveId" clId="{176F256B-79FF-404E-9CA6-607F82CFF276}" dt="2023-04-23T20:05:50.515" v="179" actId="20577"/>
        <pc:sldMkLst>
          <pc:docMk/>
          <pc:sldMk cId="3923909367" sldId="256"/>
        </pc:sldMkLst>
        <pc:spChg chg="mod">
          <ac:chgData name="Suchitha Reddy Chinthireddy" userId="bbde9790795bb5a9" providerId="LiveId" clId="{176F256B-79FF-404E-9CA6-607F82CFF276}" dt="2023-04-23T20:05:50.515" v="179" actId="20577"/>
          <ac:spMkLst>
            <pc:docMk/>
            <pc:sldMk cId="3923909367" sldId="256"/>
            <ac:spMk id="2" creationId="{AB155FB6-E8E8-2B31-A715-A087D6974C3C}"/>
          </ac:spMkLst>
        </pc:spChg>
      </pc:sldChg>
      <pc:sldChg chg="modSp mod">
        <pc:chgData name="Suchitha Reddy Chinthireddy" userId="bbde9790795bb5a9" providerId="LiveId" clId="{176F256B-79FF-404E-9CA6-607F82CFF276}" dt="2023-04-23T20:04:11.075" v="177" actId="1076"/>
        <pc:sldMkLst>
          <pc:docMk/>
          <pc:sldMk cId="2844976351" sldId="261"/>
        </pc:sldMkLst>
        <pc:picChg chg="mod">
          <ac:chgData name="Suchitha Reddy Chinthireddy" userId="bbde9790795bb5a9" providerId="LiveId" clId="{176F256B-79FF-404E-9CA6-607F82CFF276}" dt="2023-04-23T20:04:11.075" v="177" actId="1076"/>
          <ac:picMkLst>
            <pc:docMk/>
            <pc:sldMk cId="2844976351" sldId="261"/>
            <ac:picMk id="5" creationId="{05C60EA8-E1D9-E32D-6D45-A393C45AF079}"/>
          </ac:picMkLst>
        </pc:picChg>
      </pc:sldChg>
      <pc:sldChg chg="addSp modSp mod">
        <pc:chgData name="Suchitha Reddy Chinthireddy" userId="bbde9790795bb5a9" providerId="LiveId" clId="{176F256B-79FF-404E-9CA6-607F82CFF276}" dt="2023-04-23T20:03:21.662" v="157" actId="123"/>
        <pc:sldMkLst>
          <pc:docMk/>
          <pc:sldMk cId="3266303272" sldId="263"/>
        </pc:sldMkLst>
        <pc:spChg chg="add mod">
          <ac:chgData name="Suchitha Reddy Chinthireddy" userId="bbde9790795bb5a9" providerId="LiveId" clId="{176F256B-79FF-404E-9CA6-607F82CFF276}" dt="2023-04-23T20:03:21.662" v="157" actId="123"/>
          <ac:spMkLst>
            <pc:docMk/>
            <pc:sldMk cId="3266303272" sldId="263"/>
            <ac:spMk id="3" creationId="{723E9A1A-1505-2545-670D-D481430B6C60}"/>
          </ac:spMkLst>
        </pc:spChg>
        <pc:spChg chg="mod">
          <ac:chgData name="Suchitha Reddy Chinthireddy" userId="bbde9790795bb5a9" providerId="LiveId" clId="{176F256B-79FF-404E-9CA6-607F82CFF276}" dt="2023-04-23T20:00:51.979" v="20" actId="12"/>
          <ac:spMkLst>
            <pc:docMk/>
            <pc:sldMk cId="3266303272" sldId="263"/>
            <ac:spMk id="4" creationId="{639166BE-C486-6085-5FB2-23EB1FDC0ED7}"/>
          </ac:spMkLst>
        </pc:spChg>
      </pc:sldChg>
      <pc:sldChg chg="delSp modSp mod">
        <pc:chgData name="Suchitha Reddy Chinthireddy" userId="bbde9790795bb5a9" providerId="LiveId" clId="{176F256B-79FF-404E-9CA6-607F82CFF276}" dt="2023-04-23T19:55:54.236" v="1" actId="478"/>
        <pc:sldMkLst>
          <pc:docMk/>
          <pc:sldMk cId="1885894326" sldId="269"/>
        </pc:sldMkLst>
        <pc:picChg chg="del mod">
          <ac:chgData name="Suchitha Reddy Chinthireddy" userId="bbde9790795bb5a9" providerId="LiveId" clId="{176F256B-79FF-404E-9CA6-607F82CFF276}" dt="2023-04-23T19:55:54.236" v="1" actId="478"/>
          <ac:picMkLst>
            <pc:docMk/>
            <pc:sldMk cId="1885894326" sldId="269"/>
            <ac:picMk id="4" creationId="{2CF13A90-966E-A910-78CC-46C9FFA68B8D}"/>
          </ac:picMkLst>
        </pc:picChg>
      </pc:sldChg>
      <pc:sldChg chg="addSp delSp modSp del mod">
        <pc:chgData name="Suchitha Reddy Chinthireddy" userId="bbde9790795bb5a9" providerId="LiveId" clId="{176F256B-79FF-404E-9CA6-607F82CFF276}" dt="2023-04-23T20:51:27.952" v="213" actId="47"/>
        <pc:sldMkLst>
          <pc:docMk/>
          <pc:sldMk cId="1015882233" sldId="270"/>
        </pc:sldMkLst>
        <pc:spChg chg="del mod">
          <ac:chgData name="Suchitha Reddy Chinthireddy" userId="bbde9790795bb5a9" providerId="LiveId" clId="{176F256B-79FF-404E-9CA6-607F82CFF276}" dt="2023-04-23T19:56:36.419" v="14" actId="21"/>
          <ac:spMkLst>
            <pc:docMk/>
            <pc:sldMk cId="1015882233" sldId="270"/>
            <ac:spMk id="2" creationId="{CB6A1AD9-D9FF-2CE8-E72A-5262903ABE8C}"/>
          </ac:spMkLst>
        </pc:spChg>
        <pc:picChg chg="add mod">
          <ac:chgData name="Suchitha Reddy Chinthireddy" userId="bbde9790795bb5a9" providerId="LiveId" clId="{176F256B-79FF-404E-9CA6-607F82CFF276}" dt="2023-04-23T20:51:20.828" v="212" actId="14100"/>
          <ac:picMkLst>
            <pc:docMk/>
            <pc:sldMk cId="1015882233" sldId="270"/>
            <ac:picMk id="2" creationId="{74A0CDA3-19FE-4DB0-3F4B-CEB54027E312}"/>
          </ac:picMkLst>
        </pc:picChg>
        <pc:picChg chg="del">
          <ac:chgData name="Suchitha Reddy Chinthireddy" userId="bbde9790795bb5a9" providerId="LiveId" clId="{176F256B-79FF-404E-9CA6-607F82CFF276}" dt="2023-04-23T19:56:07.478" v="4" actId="478"/>
          <ac:picMkLst>
            <pc:docMk/>
            <pc:sldMk cId="1015882233" sldId="270"/>
            <ac:picMk id="5" creationId="{DA9DFED0-4839-B2C6-A6CF-BEF4757B6BEA}"/>
          </ac:picMkLst>
        </pc:picChg>
        <pc:picChg chg="del mod">
          <ac:chgData name="Suchitha Reddy Chinthireddy" userId="bbde9790795bb5a9" providerId="LiveId" clId="{176F256B-79FF-404E-9CA6-607F82CFF276}" dt="2023-04-23T19:56:04.904" v="3" actId="478"/>
          <ac:picMkLst>
            <pc:docMk/>
            <pc:sldMk cId="1015882233" sldId="270"/>
            <ac:picMk id="7" creationId="{02EC15DB-99BE-5BEE-72FC-02B2CD830C21}"/>
          </ac:picMkLst>
        </pc:picChg>
      </pc:sldChg>
      <pc:sldChg chg="delSp modSp del mod">
        <pc:chgData name="Suchitha Reddy Chinthireddy" userId="bbde9790795bb5a9" providerId="LiveId" clId="{176F256B-79FF-404E-9CA6-607F82CFF276}" dt="2023-04-23T20:51:32.196" v="214" actId="47"/>
        <pc:sldMkLst>
          <pc:docMk/>
          <pc:sldMk cId="630647001" sldId="271"/>
        </pc:sldMkLst>
        <pc:picChg chg="del mod">
          <ac:chgData name="Suchitha Reddy Chinthireddy" userId="bbde9790795bb5a9" providerId="LiveId" clId="{176F256B-79FF-404E-9CA6-607F82CFF276}" dt="2023-04-23T19:56:14.538" v="6" actId="478"/>
          <ac:picMkLst>
            <pc:docMk/>
            <pc:sldMk cId="630647001" sldId="271"/>
            <ac:picMk id="13" creationId="{AB390D0D-4B59-287D-8C76-29B881F57258}"/>
          </ac:picMkLst>
        </pc:picChg>
        <pc:picChg chg="del mod">
          <ac:chgData name="Suchitha Reddy Chinthireddy" userId="bbde9790795bb5a9" providerId="LiveId" clId="{176F256B-79FF-404E-9CA6-607F82CFF276}" dt="2023-04-23T19:56:16.842" v="8" actId="478"/>
          <ac:picMkLst>
            <pc:docMk/>
            <pc:sldMk cId="630647001" sldId="271"/>
            <ac:picMk id="15" creationId="{241F3D2C-8365-BDF0-4039-E966AF153ACB}"/>
          </ac:picMkLst>
        </pc:picChg>
      </pc:sldChg>
      <pc:sldChg chg="delSp modSp del mod">
        <pc:chgData name="Suchitha Reddy Chinthireddy" userId="bbde9790795bb5a9" providerId="LiveId" clId="{176F256B-79FF-404E-9CA6-607F82CFF276}" dt="2023-04-23T20:51:33.424" v="215" actId="47"/>
        <pc:sldMkLst>
          <pc:docMk/>
          <pc:sldMk cId="732191123" sldId="272"/>
        </pc:sldMkLst>
        <pc:picChg chg="del mod">
          <ac:chgData name="Suchitha Reddy Chinthireddy" userId="bbde9790795bb5a9" providerId="LiveId" clId="{176F256B-79FF-404E-9CA6-607F82CFF276}" dt="2023-04-23T19:56:22.256" v="10" actId="478"/>
          <ac:picMkLst>
            <pc:docMk/>
            <pc:sldMk cId="732191123" sldId="272"/>
            <ac:picMk id="7" creationId="{94DE6D68-0A02-D9B1-3B34-EEC4378AF17E}"/>
          </ac:picMkLst>
        </pc:picChg>
        <pc:picChg chg="del mod">
          <ac:chgData name="Suchitha Reddy Chinthireddy" userId="bbde9790795bb5a9" providerId="LiveId" clId="{176F256B-79FF-404E-9CA6-607F82CFF276}" dt="2023-04-23T19:56:23.915" v="12" actId="478"/>
          <ac:picMkLst>
            <pc:docMk/>
            <pc:sldMk cId="732191123" sldId="272"/>
            <ac:picMk id="9" creationId="{261A1EB0-8571-B6C2-7E11-A83FCE372A5E}"/>
          </ac:picMkLst>
        </pc:picChg>
      </pc:sldChg>
      <pc:sldChg chg="delSp modSp del mod">
        <pc:chgData name="Suchitha Reddy Chinthireddy" userId="bbde9790795bb5a9" providerId="LiveId" clId="{176F256B-79FF-404E-9CA6-607F82CFF276}" dt="2023-04-23T20:51:34.179" v="216" actId="47"/>
        <pc:sldMkLst>
          <pc:docMk/>
          <pc:sldMk cId="1545068860" sldId="275"/>
        </pc:sldMkLst>
        <pc:picChg chg="del mod">
          <ac:chgData name="Suchitha Reddy Chinthireddy" userId="bbde9790795bb5a9" providerId="LiveId" clId="{176F256B-79FF-404E-9CA6-607F82CFF276}" dt="2023-04-23T20:03:36.549" v="159" actId="478"/>
          <ac:picMkLst>
            <pc:docMk/>
            <pc:sldMk cId="1545068860" sldId="275"/>
            <ac:picMk id="7" creationId="{A539C5B1-4D7E-2FC2-A70E-3D176685FA37}"/>
          </ac:picMkLst>
        </pc:picChg>
        <pc:picChg chg="del mod">
          <ac:chgData name="Suchitha Reddy Chinthireddy" userId="bbde9790795bb5a9" providerId="LiveId" clId="{176F256B-79FF-404E-9CA6-607F82CFF276}" dt="2023-04-23T20:03:38.093" v="161" actId="478"/>
          <ac:picMkLst>
            <pc:docMk/>
            <pc:sldMk cId="1545068860" sldId="275"/>
            <ac:picMk id="9" creationId="{86B16BF0-A7F5-1BD1-7FA5-F92E6022C8DD}"/>
          </ac:picMkLst>
        </pc:picChg>
      </pc:sldChg>
      <pc:sldChg chg="delSp modSp del mod">
        <pc:chgData name="Suchitha Reddy Chinthireddy" userId="bbde9790795bb5a9" providerId="LiveId" clId="{176F256B-79FF-404E-9CA6-607F82CFF276}" dt="2023-04-23T20:51:36.013" v="219" actId="47"/>
        <pc:sldMkLst>
          <pc:docMk/>
          <pc:sldMk cId="278575070" sldId="276"/>
        </pc:sldMkLst>
        <pc:picChg chg="del mod">
          <ac:chgData name="Suchitha Reddy Chinthireddy" userId="bbde9790795bb5a9" providerId="LiveId" clId="{176F256B-79FF-404E-9CA6-607F82CFF276}" dt="2023-04-23T20:03:48.904" v="167" actId="478"/>
          <ac:picMkLst>
            <pc:docMk/>
            <pc:sldMk cId="278575070" sldId="276"/>
            <ac:picMk id="3" creationId="{B7E64201-0071-1481-84B2-1E616FBF0B4A}"/>
          </ac:picMkLst>
        </pc:picChg>
        <pc:picChg chg="del mod">
          <ac:chgData name="Suchitha Reddy Chinthireddy" userId="bbde9790795bb5a9" providerId="LiveId" clId="{176F256B-79FF-404E-9CA6-607F82CFF276}" dt="2023-04-23T20:03:50.397" v="169" actId="478"/>
          <ac:picMkLst>
            <pc:docMk/>
            <pc:sldMk cId="278575070" sldId="276"/>
            <ac:picMk id="7" creationId="{33459E30-1FE9-80B4-630A-F79B8E308358}"/>
          </ac:picMkLst>
        </pc:picChg>
      </pc:sldChg>
      <pc:sldChg chg="delSp modSp del mod">
        <pc:chgData name="Suchitha Reddy Chinthireddy" userId="bbde9790795bb5a9" providerId="LiveId" clId="{176F256B-79FF-404E-9CA6-607F82CFF276}" dt="2023-04-23T20:51:34.809" v="217" actId="47"/>
        <pc:sldMkLst>
          <pc:docMk/>
          <pc:sldMk cId="313550397" sldId="277"/>
        </pc:sldMkLst>
        <pc:picChg chg="del mod">
          <ac:chgData name="Suchitha Reddy Chinthireddy" userId="bbde9790795bb5a9" providerId="LiveId" clId="{176F256B-79FF-404E-9CA6-607F82CFF276}" dt="2023-04-23T20:03:43.105" v="163" actId="478"/>
          <ac:picMkLst>
            <pc:docMk/>
            <pc:sldMk cId="313550397" sldId="277"/>
            <ac:picMk id="3" creationId="{F4AF4D45-9707-2757-A8E3-5905AE39356A}"/>
          </ac:picMkLst>
        </pc:picChg>
        <pc:picChg chg="del mod">
          <ac:chgData name="Suchitha Reddy Chinthireddy" userId="bbde9790795bb5a9" providerId="LiveId" clId="{176F256B-79FF-404E-9CA6-607F82CFF276}" dt="2023-04-23T20:03:44.501" v="165" actId="478"/>
          <ac:picMkLst>
            <pc:docMk/>
            <pc:sldMk cId="313550397" sldId="277"/>
            <ac:picMk id="5" creationId="{2EB2A543-1B28-9C8E-D170-A534E9A5F533}"/>
          </ac:picMkLst>
        </pc:picChg>
      </pc:sldChg>
      <pc:sldChg chg="delSp modSp del mod">
        <pc:chgData name="Suchitha Reddy Chinthireddy" userId="bbde9790795bb5a9" providerId="LiveId" clId="{176F256B-79FF-404E-9CA6-607F82CFF276}" dt="2023-04-23T20:51:35.363" v="218" actId="47"/>
        <pc:sldMkLst>
          <pc:docMk/>
          <pc:sldMk cId="1361338784" sldId="278"/>
        </pc:sldMkLst>
        <pc:picChg chg="del mod">
          <ac:chgData name="Suchitha Reddy Chinthireddy" userId="bbde9790795bb5a9" providerId="LiveId" clId="{176F256B-79FF-404E-9CA6-607F82CFF276}" dt="2023-04-23T20:03:52.986" v="171" actId="478"/>
          <ac:picMkLst>
            <pc:docMk/>
            <pc:sldMk cId="1361338784" sldId="278"/>
            <ac:picMk id="3" creationId="{FA6C4AB6-157B-46CB-F0F7-744F171EB32E}"/>
          </ac:picMkLst>
        </pc:picChg>
        <pc:picChg chg="del mod">
          <ac:chgData name="Suchitha Reddy Chinthireddy" userId="bbde9790795bb5a9" providerId="LiveId" clId="{176F256B-79FF-404E-9CA6-607F82CFF276}" dt="2023-04-23T20:03:54.399" v="173" actId="478"/>
          <ac:picMkLst>
            <pc:docMk/>
            <pc:sldMk cId="1361338784" sldId="278"/>
            <ac:picMk id="5" creationId="{17C4EDFF-5029-8699-924C-D674C6041F44}"/>
          </ac:picMkLst>
        </pc:picChg>
      </pc:sldChg>
      <pc:sldChg chg="delSp modSp del mod">
        <pc:chgData name="Suchitha Reddy Chinthireddy" userId="bbde9790795bb5a9" providerId="LiveId" clId="{176F256B-79FF-404E-9CA6-607F82CFF276}" dt="2023-04-23T20:51:38.734" v="220" actId="47"/>
        <pc:sldMkLst>
          <pc:docMk/>
          <pc:sldMk cId="1852806400" sldId="279"/>
        </pc:sldMkLst>
        <pc:picChg chg="del mod">
          <ac:chgData name="Suchitha Reddy Chinthireddy" userId="bbde9790795bb5a9" providerId="LiveId" clId="{176F256B-79FF-404E-9CA6-607F82CFF276}" dt="2023-04-23T20:03:57.269" v="175" actId="478"/>
          <ac:picMkLst>
            <pc:docMk/>
            <pc:sldMk cId="1852806400" sldId="279"/>
            <ac:picMk id="3" creationId="{564F5C79-2D9D-A049-0CDA-41D679F1D834}"/>
          </ac:picMkLst>
        </pc:picChg>
      </pc:sldChg>
      <pc:sldChg chg="addSp delSp modSp new mod setBg">
        <pc:chgData name="Suchitha Reddy Chinthireddy" userId="bbde9790795bb5a9" providerId="LiveId" clId="{176F256B-79FF-404E-9CA6-607F82CFF276}" dt="2023-04-23T20:50:32.565" v="209" actId="14100"/>
        <pc:sldMkLst>
          <pc:docMk/>
          <pc:sldMk cId="442741707" sldId="283"/>
        </pc:sldMkLst>
        <pc:spChg chg="add del">
          <ac:chgData name="Suchitha Reddy Chinthireddy" userId="bbde9790795bb5a9" providerId="LiveId" clId="{176F256B-79FF-404E-9CA6-607F82CFF276}" dt="2023-04-23T20:50:11.011" v="206" actId="26606"/>
          <ac:spMkLst>
            <pc:docMk/>
            <pc:sldMk cId="442741707" sldId="283"/>
            <ac:spMk id="12" creationId="{5F9CFCE6-877F-4858-B8BD-2C52CA8AFBC4}"/>
          </ac:spMkLst>
        </pc:spChg>
        <pc:spChg chg="add del">
          <ac:chgData name="Suchitha Reddy Chinthireddy" userId="bbde9790795bb5a9" providerId="LiveId" clId="{176F256B-79FF-404E-9CA6-607F82CFF276}" dt="2023-04-23T20:50:11.011" v="206" actId="26606"/>
          <ac:spMkLst>
            <pc:docMk/>
            <pc:sldMk cId="442741707" sldId="283"/>
            <ac:spMk id="14" creationId="{8213F8A0-12AE-4514-8372-0DD766EC28EE}"/>
          </ac:spMkLst>
        </pc:spChg>
        <pc:spChg chg="add del">
          <ac:chgData name="Suchitha Reddy Chinthireddy" userId="bbde9790795bb5a9" providerId="LiveId" clId="{176F256B-79FF-404E-9CA6-607F82CFF276}" dt="2023-04-23T20:50:11.011" v="206" actId="26606"/>
          <ac:spMkLst>
            <pc:docMk/>
            <pc:sldMk cId="442741707" sldId="283"/>
            <ac:spMk id="16" creationId="{9EFF17D4-9A8C-4CE5-B096-D8CCD4400437}"/>
          </ac:spMkLst>
        </pc:spChg>
        <pc:picChg chg="add del mod">
          <ac:chgData name="Suchitha Reddy Chinthireddy" userId="bbde9790795bb5a9" providerId="LiveId" clId="{176F256B-79FF-404E-9CA6-607F82CFF276}" dt="2023-04-23T20:47:52.012" v="195" actId="478"/>
          <ac:picMkLst>
            <pc:docMk/>
            <pc:sldMk cId="442741707" sldId="283"/>
            <ac:picMk id="3" creationId="{291F9634-8A58-73C8-BF31-D06D45206E66}"/>
          </ac:picMkLst>
        </pc:picChg>
        <pc:picChg chg="add del mod">
          <ac:chgData name="Suchitha Reddy Chinthireddy" userId="bbde9790795bb5a9" providerId="LiveId" clId="{176F256B-79FF-404E-9CA6-607F82CFF276}" dt="2023-04-23T20:47:53.704" v="196" actId="478"/>
          <ac:picMkLst>
            <pc:docMk/>
            <pc:sldMk cId="442741707" sldId="283"/>
            <ac:picMk id="5" creationId="{F330FB6A-6A38-90F0-4377-9DF7153D51BA}"/>
          </ac:picMkLst>
        </pc:picChg>
        <pc:picChg chg="add mod">
          <ac:chgData name="Suchitha Reddy Chinthireddy" userId="bbde9790795bb5a9" providerId="LiveId" clId="{176F256B-79FF-404E-9CA6-607F82CFF276}" dt="2023-04-23T20:50:11.011" v="206" actId="26606"/>
          <ac:picMkLst>
            <pc:docMk/>
            <pc:sldMk cId="442741707" sldId="283"/>
            <ac:picMk id="6" creationId="{C815ABFA-F73C-D061-B33A-A45526E04BD3}"/>
          </ac:picMkLst>
        </pc:picChg>
        <pc:picChg chg="add mod">
          <ac:chgData name="Suchitha Reddy Chinthireddy" userId="bbde9790795bb5a9" providerId="LiveId" clId="{176F256B-79FF-404E-9CA6-607F82CFF276}" dt="2023-04-23T20:50:32.565" v="209" actId="14100"/>
          <ac:picMkLst>
            <pc:docMk/>
            <pc:sldMk cId="442741707" sldId="283"/>
            <ac:picMk id="7" creationId="{CF35E17F-BC26-A047-5BF3-28287B9DE2FC}"/>
          </ac:picMkLst>
        </pc:picChg>
      </pc:sldChg>
      <pc:sldChg chg="addSp modSp new mod setBg">
        <pc:chgData name="Suchitha Reddy Chinthireddy" userId="bbde9790795bb5a9" providerId="LiveId" clId="{176F256B-79FF-404E-9CA6-607F82CFF276}" dt="2023-04-23T21:09:41.785" v="417" actId="1076"/>
        <pc:sldMkLst>
          <pc:docMk/>
          <pc:sldMk cId="4100665220" sldId="284"/>
        </pc:sldMkLst>
        <pc:picChg chg="add mod">
          <ac:chgData name="Suchitha Reddy Chinthireddy" userId="bbde9790795bb5a9" providerId="LiveId" clId="{176F256B-79FF-404E-9CA6-607F82CFF276}" dt="2023-04-23T20:56:20.728" v="264" actId="1076"/>
          <ac:picMkLst>
            <pc:docMk/>
            <pc:sldMk cId="4100665220" sldId="284"/>
            <ac:picMk id="2" creationId="{D0790099-D23A-3922-6B62-569AFBEB78E1}"/>
          </ac:picMkLst>
        </pc:picChg>
        <pc:picChg chg="add mod">
          <ac:chgData name="Suchitha Reddy Chinthireddy" userId="bbde9790795bb5a9" providerId="LiveId" clId="{176F256B-79FF-404E-9CA6-607F82CFF276}" dt="2023-04-23T21:09:41.785" v="417" actId="1076"/>
          <ac:picMkLst>
            <pc:docMk/>
            <pc:sldMk cId="4100665220" sldId="284"/>
            <ac:picMk id="3" creationId="{2DA23AEB-7E8F-94A3-F90C-EBE9BCBC7C66}"/>
          </ac:picMkLst>
        </pc:picChg>
      </pc:sldChg>
      <pc:sldChg chg="addSp modSp new mod setBg">
        <pc:chgData name="Suchitha Reddy Chinthireddy" userId="bbde9790795bb5a9" providerId="LiveId" clId="{176F256B-79FF-404E-9CA6-607F82CFF276}" dt="2023-04-23T20:55:00.323" v="251" actId="14100"/>
        <pc:sldMkLst>
          <pc:docMk/>
          <pc:sldMk cId="3990054178" sldId="285"/>
        </pc:sldMkLst>
        <pc:picChg chg="add mod">
          <ac:chgData name="Suchitha Reddy Chinthireddy" userId="bbde9790795bb5a9" providerId="LiveId" clId="{176F256B-79FF-404E-9CA6-607F82CFF276}" dt="2023-04-23T20:54:27.610" v="247" actId="1076"/>
          <ac:picMkLst>
            <pc:docMk/>
            <pc:sldMk cId="3990054178" sldId="285"/>
            <ac:picMk id="2" creationId="{4D7808F5-F063-41EB-0067-3925CA017834}"/>
          </ac:picMkLst>
        </pc:picChg>
        <pc:picChg chg="add mod">
          <ac:chgData name="Suchitha Reddy Chinthireddy" userId="bbde9790795bb5a9" providerId="LiveId" clId="{176F256B-79FF-404E-9CA6-607F82CFF276}" dt="2023-04-23T20:55:00.323" v="251" actId="14100"/>
          <ac:picMkLst>
            <pc:docMk/>
            <pc:sldMk cId="3990054178" sldId="285"/>
            <ac:picMk id="3" creationId="{9CFA30EA-EF72-8FF3-5B8E-FB8F5F8AB81E}"/>
          </ac:picMkLst>
        </pc:picChg>
      </pc:sldChg>
      <pc:sldChg chg="addSp modSp new mod setBg">
        <pc:chgData name="Suchitha Reddy Chinthireddy" userId="bbde9790795bb5a9" providerId="LiveId" clId="{176F256B-79FF-404E-9CA6-607F82CFF276}" dt="2023-04-23T20:56:08.432" v="263" actId="1076"/>
        <pc:sldMkLst>
          <pc:docMk/>
          <pc:sldMk cId="2602359991" sldId="286"/>
        </pc:sldMkLst>
        <pc:picChg chg="add mod">
          <ac:chgData name="Suchitha Reddy Chinthireddy" userId="bbde9790795bb5a9" providerId="LiveId" clId="{176F256B-79FF-404E-9CA6-607F82CFF276}" dt="2023-04-23T20:56:02.239" v="262" actId="14100"/>
          <ac:picMkLst>
            <pc:docMk/>
            <pc:sldMk cId="2602359991" sldId="286"/>
            <ac:picMk id="2" creationId="{94C89DBD-46AA-D17F-BE88-6A734F8ADB7C}"/>
          </ac:picMkLst>
        </pc:picChg>
        <pc:picChg chg="add mod">
          <ac:chgData name="Suchitha Reddy Chinthireddy" userId="bbde9790795bb5a9" providerId="LiveId" clId="{176F256B-79FF-404E-9CA6-607F82CFF276}" dt="2023-04-23T20:56:08.432" v="263" actId="1076"/>
          <ac:picMkLst>
            <pc:docMk/>
            <pc:sldMk cId="2602359991" sldId="286"/>
            <ac:picMk id="3" creationId="{110B75CA-9032-54BF-4939-496C9427C9D3}"/>
          </ac:picMkLst>
        </pc:picChg>
      </pc:sldChg>
      <pc:sldChg chg="addSp modSp new mod setBg">
        <pc:chgData name="Suchitha Reddy Chinthireddy" userId="bbde9790795bb5a9" providerId="LiveId" clId="{176F256B-79FF-404E-9CA6-607F82CFF276}" dt="2023-04-23T20:57:37.238" v="276" actId="14100"/>
        <pc:sldMkLst>
          <pc:docMk/>
          <pc:sldMk cId="2859868485" sldId="287"/>
        </pc:sldMkLst>
        <pc:picChg chg="add mod">
          <ac:chgData name="Suchitha Reddy Chinthireddy" userId="bbde9790795bb5a9" providerId="LiveId" clId="{176F256B-79FF-404E-9CA6-607F82CFF276}" dt="2023-04-23T20:57:27.008" v="274" actId="14100"/>
          <ac:picMkLst>
            <pc:docMk/>
            <pc:sldMk cId="2859868485" sldId="287"/>
            <ac:picMk id="2" creationId="{55A6EF1D-32AC-27BF-6372-8B2385250F98}"/>
          </ac:picMkLst>
        </pc:picChg>
        <pc:picChg chg="add mod">
          <ac:chgData name="Suchitha Reddy Chinthireddy" userId="bbde9790795bb5a9" providerId="LiveId" clId="{176F256B-79FF-404E-9CA6-607F82CFF276}" dt="2023-04-23T20:57:37.238" v="276" actId="14100"/>
          <ac:picMkLst>
            <pc:docMk/>
            <pc:sldMk cId="2859868485" sldId="287"/>
            <ac:picMk id="3" creationId="{C709A856-37B2-4387-DF08-9DDFAAC363B3}"/>
          </ac:picMkLst>
        </pc:picChg>
      </pc:sldChg>
      <pc:sldChg chg="addSp modSp new mod setBg">
        <pc:chgData name="Suchitha Reddy Chinthireddy" userId="bbde9790795bb5a9" providerId="LiveId" clId="{176F256B-79FF-404E-9CA6-607F82CFF276}" dt="2023-04-23T20:59:39.217" v="296" actId="14100"/>
        <pc:sldMkLst>
          <pc:docMk/>
          <pc:sldMk cId="530361295" sldId="288"/>
        </pc:sldMkLst>
        <pc:picChg chg="add mod">
          <ac:chgData name="Suchitha Reddy Chinthireddy" userId="bbde9790795bb5a9" providerId="LiveId" clId="{176F256B-79FF-404E-9CA6-607F82CFF276}" dt="2023-04-23T20:58:53.333" v="287" actId="14100"/>
          <ac:picMkLst>
            <pc:docMk/>
            <pc:sldMk cId="530361295" sldId="288"/>
            <ac:picMk id="2" creationId="{224CA05D-AB05-D7E7-8AF7-D93B37DCCB1E}"/>
          </ac:picMkLst>
        </pc:picChg>
        <pc:picChg chg="add mod">
          <ac:chgData name="Suchitha Reddy Chinthireddy" userId="bbde9790795bb5a9" providerId="LiveId" clId="{176F256B-79FF-404E-9CA6-607F82CFF276}" dt="2023-04-23T20:59:39.217" v="296" actId="14100"/>
          <ac:picMkLst>
            <pc:docMk/>
            <pc:sldMk cId="530361295" sldId="288"/>
            <ac:picMk id="3" creationId="{2EE71580-FA92-94D4-F45B-C093B249AC72}"/>
          </ac:picMkLst>
        </pc:picChg>
      </pc:sldChg>
      <pc:sldChg chg="addSp modSp new mod setBg">
        <pc:chgData name="Suchitha Reddy Chinthireddy" userId="bbde9790795bb5a9" providerId="LiveId" clId="{176F256B-79FF-404E-9CA6-607F82CFF276}" dt="2023-04-23T21:00:47.199" v="308" actId="14100"/>
        <pc:sldMkLst>
          <pc:docMk/>
          <pc:sldMk cId="1004727539" sldId="289"/>
        </pc:sldMkLst>
        <pc:picChg chg="add mod">
          <ac:chgData name="Suchitha Reddy Chinthireddy" userId="bbde9790795bb5a9" providerId="LiveId" clId="{176F256B-79FF-404E-9CA6-607F82CFF276}" dt="2023-04-23T21:00:38.572" v="305" actId="14100"/>
          <ac:picMkLst>
            <pc:docMk/>
            <pc:sldMk cId="1004727539" sldId="289"/>
            <ac:picMk id="2" creationId="{21AC9FE7-0D08-83FC-B615-FFA1669306F0}"/>
          </ac:picMkLst>
        </pc:picChg>
        <pc:picChg chg="add mod">
          <ac:chgData name="Suchitha Reddy Chinthireddy" userId="bbde9790795bb5a9" providerId="LiveId" clId="{176F256B-79FF-404E-9CA6-607F82CFF276}" dt="2023-04-23T21:00:47.199" v="308" actId="14100"/>
          <ac:picMkLst>
            <pc:docMk/>
            <pc:sldMk cId="1004727539" sldId="289"/>
            <ac:picMk id="3" creationId="{E26B6177-A822-AEDD-BA7C-ED8B112F4D3A}"/>
          </ac:picMkLst>
        </pc:picChg>
      </pc:sldChg>
      <pc:sldChg chg="addSp modSp new mod setBg">
        <pc:chgData name="Suchitha Reddy Chinthireddy" userId="bbde9790795bb5a9" providerId="LiveId" clId="{176F256B-79FF-404E-9CA6-607F82CFF276}" dt="2023-04-23T21:02:14.169" v="319" actId="14100"/>
        <pc:sldMkLst>
          <pc:docMk/>
          <pc:sldMk cId="1278133169" sldId="290"/>
        </pc:sldMkLst>
        <pc:picChg chg="add mod">
          <ac:chgData name="Suchitha Reddy Chinthireddy" userId="bbde9790795bb5a9" providerId="LiveId" clId="{176F256B-79FF-404E-9CA6-607F82CFF276}" dt="2023-04-23T21:02:06.840" v="317" actId="14100"/>
          <ac:picMkLst>
            <pc:docMk/>
            <pc:sldMk cId="1278133169" sldId="290"/>
            <ac:picMk id="2" creationId="{D05715EF-C418-073C-5F7E-BC7959537D69}"/>
          </ac:picMkLst>
        </pc:picChg>
        <pc:picChg chg="add mod">
          <ac:chgData name="Suchitha Reddy Chinthireddy" userId="bbde9790795bb5a9" providerId="LiveId" clId="{176F256B-79FF-404E-9CA6-607F82CFF276}" dt="2023-04-23T21:02:14.169" v="319" actId="14100"/>
          <ac:picMkLst>
            <pc:docMk/>
            <pc:sldMk cId="1278133169" sldId="290"/>
            <ac:picMk id="3" creationId="{BD4C3E16-6D96-06DB-A918-A925F92B262D}"/>
          </ac:picMkLst>
        </pc:picChg>
      </pc:sldChg>
      <pc:sldChg chg="new del setBg">
        <pc:chgData name="Suchitha Reddy Chinthireddy" userId="bbde9790795bb5a9" providerId="LiveId" clId="{176F256B-79FF-404E-9CA6-607F82CFF276}" dt="2023-04-23T21:02:49.047" v="322" actId="2696"/>
        <pc:sldMkLst>
          <pc:docMk/>
          <pc:sldMk cId="388363491" sldId="291"/>
        </pc:sldMkLst>
      </pc:sldChg>
      <pc:sldChg chg="addSp delSp modSp new del mod setBg">
        <pc:chgData name="Suchitha Reddy Chinthireddy" userId="bbde9790795bb5a9" providerId="LiveId" clId="{176F256B-79FF-404E-9CA6-607F82CFF276}" dt="2023-04-23T21:05:21.440" v="380" actId="2696"/>
        <pc:sldMkLst>
          <pc:docMk/>
          <pc:sldMk cId="724857783" sldId="291"/>
        </pc:sldMkLst>
        <pc:spChg chg="mod">
          <ac:chgData name="Suchitha Reddy Chinthireddy" userId="bbde9790795bb5a9" providerId="LiveId" clId="{176F256B-79FF-404E-9CA6-607F82CFF276}" dt="2023-04-23T21:04:46.598" v="373" actId="26606"/>
          <ac:spMkLst>
            <pc:docMk/>
            <pc:sldMk cId="724857783" sldId="291"/>
            <ac:spMk id="2" creationId="{A66B7B0F-4CBF-75BC-CAE2-4F0E94150C34}"/>
          </ac:spMkLst>
        </pc:spChg>
        <pc:spChg chg="del">
          <ac:chgData name="Suchitha Reddy Chinthireddy" userId="bbde9790795bb5a9" providerId="LiveId" clId="{176F256B-79FF-404E-9CA6-607F82CFF276}" dt="2023-04-23T21:04:20.171" v="369"/>
          <ac:spMkLst>
            <pc:docMk/>
            <pc:sldMk cId="724857783" sldId="291"/>
            <ac:spMk id="3" creationId="{5654559F-85A8-B348-B44D-ADB8A67FAC3B}"/>
          </ac:spMkLst>
        </pc:spChg>
        <pc:spChg chg="del mod ord">
          <ac:chgData name="Suchitha Reddy Chinthireddy" userId="bbde9790795bb5a9" providerId="LiveId" clId="{176F256B-79FF-404E-9CA6-607F82CFF276}" dt="2023-04-23T21:05:13.304" v="379" actId="21"/>
          <ac:spMkLst>
            <pc:docMk/>
            <pc:sldMk cId="724857783" sldId="291"/>
            <ac:spMk id="4" creationId="{DF6AAA94-28F5-DD48-8E02-D6AA86242A5C}"/>
          </ac:spMkLst>
        </pc:spChg>
        <pc:spChg chg="add del mod">
          <ac:chgData name="Suchitha Reddy Chinthireddy" userId="bbde9790795bb5a9" providerId="LiveId" clId="{176F256B-79FF-404E-9CA6-607F82CFF276}" dt="2023-04-23T21:04:49.112" v="374"/>
          <ac:spMkLst>
            <pc:docMk/>
            <pc:sldMk cId="724857783" sldId="291"/>
            <ac:spMk id="7" creationId="{BA954871-C32D-415B-D39C-34582C3A4680}"/>
          </ac:spMkLst>
        </pc:spChg>
        <pc:spChg chg="add del mod">
          <ac:chgData name="Suchitha Reddy Chinthireddy" userId="bbde9790795bb5a9" providerId="LiveId" clId="{176F256B-79FF-404E-9CA6-607F82CFF276}" dt="2023-04-23T21:05:07.786" v="378" actId="21"/>
          <ac:spMkLst>
            <pc:docMk/>
            <pc:sldMk cId="724857783" sldId="291"/>
            <ac:spMk id="11" creationId="{96CAC2D3-6B5D-26E3-5F20-045370E60423}"/>
          </ac:spMkLst>
        </pc:spChg>
        <pc:spChg chg="add">
          <ac:chgData name="Suchitha Reddy Chinthireddy" userId="bbde9790795bb5a9" providerId="LiveId" clId="{176F256B-79FF-404E-9CA6-607F82CFF276}" dt="2023-04-23T21:04:46.598" v="373" actId="26606"/>
          <ac:spMkLst>
            <pc:docMk/>
            <pc:sldMk cId="724857783" sldId="291"/>
            <ac:spMk id="12" creationId="{4C608BEB-860E-4094-8511-78603564A75E}"/>
          </ac:spMkLst>
        </pc:spChg>
        <pc:picChg chg="add del mod">
          <ac:chgData name="Suchitha Reddy Chinthireddy" userId="bbde9790795bb5a9" providerId="LiveId" clId="{176F256B-79FF-404E-9CA6-607F82CFF276}" dt="2023-04-23T21:04:37.768" v="370" actId="478"/>
          <ac:picMkLst>
            <pc:docMk/>
            <pc:sldMk cId="724857783" sldId="291"/>
            <ac:picMk id="5" creationId="{501D1DDA-3B27-9A7C-A5BD-EF2CE9A90DCE}"/>
          </ac:picMkLst>
        </pc:picChg>
        <pc:picChg chg="add del mod">
          <ac:chgData name="Suchitha Reddy Chinthireddy" userId="bbde9790795bb5a9" providerId="LiveId" clId="{176F256B-79FF-404E-9CA6-607F82CFF276}" dt="2023-04-23T21:04:41.842" v="372" actId="478"/>
          <ac:picMkLst>
            <pc:docMk/>
            <pc:sldMk cId="724857783" sldId="291"/>
            <ac:picMk id="8" creationId="{F4C8C8EF-8F5C-5800-D0A8-44A1B21BF00C}"/>
          </ac:picMkLst>
        </pc:picChg>
        <pc:picChg chg="add del mod">
          <ac:chgData name="Suchitha Reddy Chinthireddy" userId="bbde9790795bb5a9" providerId="LiveId" clId="{176F256B-79FF-404E-9CA6-607F82CFF276}" dt="2023-04-23T21:04:59.536" v="376" actId="478"/>
          <ac:picMkLst>
            <pc:docMk/>
            <pc:sldMk cId="724857783" sldId="291"/>
            <ac:picMk id="9" creationId="{8AB700FE-98AF-BD91-EE1A-9B1F4244D99A}"/>
          </ac:picMkLst>
        </pc:picChg>
        <pc:cxnChg chg="add">
          <ac:chgData name="Suchitha Reddy Chinthireddy" userId="bbde9790795bb5a9" providerId="LiveId" clId="{176F256B-79FF-404E-9CA6-607F82CFF276}" dt="2023-04-23T21:04:46.598" v="373" actId="26606"/>
          <ac:cxnSpMkLst>
            <pc:docMk/>
            <pc:sldMk cId="724857783" sldId="291"/>
            <ac:cxnSpMk id="14" creationId="{1F16A8D4-FE87-4604-88B2-394B5D1EB437}"/>
          </ac:cxnSpMkLst>
        </pc:cxnChg>
      </pc:sldChg>
      <pc:sldChg chg="addSp delSp modSp new mod setBg">
        <pc:chgData name="Suchitha Reddy Chinthireddy" userId="bbde9790795bb5a9" providerId="LiveId" clId="{176F256B-79FF-404E-9CA6-607F82CFF276}" dt="2023-04-23T21:07:23.513" v="415" actId="14100"/>
        <pc:sldMkLst>
          <pc:docMk/>
          <pc:sldMk cId="1517795440" sldId="291"/>
        </pc:sldMkLst>
        <pc:spChg chg="add mod">
          <ac:chgData name="Suchitha Reddy Chinthireddy" userId="bbde9790795bb5a9" providerId="LiveId" clId="{176F256B-79FF-404E-9CA6-607F82CFF276}" dt="2023-04-23T21:06:49.978" v="409" actId="255"/>
          <ac:spMkLst>
            <pc:docMk/>
            <pc:sldMk cId="1517795440" sldId="291"/>
            <ac:spMk id="4" creationId="{6E6CAD25-7FD5-C78F-8452-98789EB09663}"/>
          </ac:spMkLst>
        </pc:spChg>
        <pc:picChg chg="add del mod">
          <ac:chgData name="Suchitha Reddy Chinthireddy" userId="bbde9790795bb5a9" providerId="LiveId" clId="{176F256B-79FF-404E-9CA6-607F82CFF276}" dt="2023-04-23T21:05:38.029" v="384" actId="478"/>
          <ac:picMkLst>
            <pc:docMk/>
            <pc:sldMk cId="1517795440" sldId="291"/>
            <ac:picMk id="2" creationId="{2BB89DF0-378B-F547-8FB0-BCAACA9F5A92}"/>
          </ac:picMkLst>
        </pc:picChg>
        <pc:picChg chg="add mod">
          <ac:chgData name="Suchitha Reddy Chinthireddy" userId="bbde9790795bb5a9" providerId="LiveId" clId="{176F256B-79FF-404E-9CA6-607F82CFF276}" dt="2023-04-23T21:06:56.134" v="410" actId="1076"/>
          <ac:picMkLst>
            <pc:docMk/>
            <pc:sldMk cId="1517795440" sldId="291"/>
            <ac:picMk id="3" creationId="{5B8B0970-B724-400C-37BE-7F43CFEDE2A2}"/>
          </ac:picMkLst>
        </pc:picChg>
        <pc:picChg chg="add mod">
          <ac:chgData name="Suchitha Reddy Chinthireddy" userId="bbde9790795bb5a9" providerId="LiveId" clId="{176F256B-79FF-404E-9CA6-607F82CFF276}" dt="2023-04-23T21:07:23.513" v="415" actId="14100"/>
          <ac:picMkLst>
            <pc:docMk/>
            <pc:sldMk cId="1517795440" sldId="291"/>
            <ac:picMk id="5" creationId="{C91FA4C2-B9C3-AE1F-728E-7421FBCEAF8D}"/>
          </ac:picMkLst>
        </pc:picChg>
      </pc:sldChg>
      <pc:sldChg chg="new del">
        <pc:chgData name="Suchitha Reddy Chinthireddy" userId="bbde9790795bb5a9" providerId="LiveId" clId="{176F256B-79FF-404E-9CA6-607F82CFF276}" dt="2023-04-23T21:02:55.897" v="324" actId="47"/>
        <pc:sldMkLst>
          <pc:docMk/>
          <pc:sldMk cId="4079185554" sldId="291"/>
        </pc:sldMkLst>
      </pc:sldChg>
      <pc:sldChg chg="addSp modSp new mod setBg">
        <pc:chgData name="Suchitha Reddy Chinthireddy" userId="bbde9790795bb5a9" providerId="LiveId" clId="{176F256B-79FF-404E-9CA6-607F82CFF276}" dt="2023-04-23T21:14:12.683" v="422" actId="962"/>
        <pc:sldMkLst>
          <pc:docMk/>
          <pc:sldMk cId="1076693719" sldId="292"/>
        </pc:sldMkLst>
        <pc:picChg chg="add mod">
          <ac:chgData name="Suchitha Reddy Chinthireddy" userId="bbde9790795bb5a9" providerId="LiveId" clId="{176F256B-79FF-404E-9CA6-607F82CFF276}" dt="2023-04-23T21:14:12.683" v="422" actId="962"/>
          <ac:picMkLst>
            <pc:docMk/>
            <pc:sldMk cId="1076693719" sldId="292"/>
            <ac:picMk id="3" creationId="{1B976037-6E3E-811C-2659-0A9233145E0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B1903-79E6-98F3-BFAE-079EE8E38AD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8D52ADE-D79B-0CC8-21BC-CAAB311BDB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DEDB471-F73F-4DC0-C85B-7DA57504792D}"/>
              </a:ext>
            </a:extLst>
          </p:cNvPr>
          <p:cNvSpPr>
            <a:spLocks noGrp="1"/>
          </p:cNvSpPr>
          <p:nvPr>
            <p:ph type="dt" sz="half" idx="10"/>
          </p:nvPr>
        </p:nvSpPr>
        <p:spPr/>
        <p:txBody>
          <a:bodyPr/>
          <a:lstStyle/>
          <a:p>
            <a:fld id="{40BADADF-20C3-5749-AD9C-91AAB7DF8D52}" type="datetimeFigureOut">
              <a:rPr lang="en-US" smtClean="0"/>
              <a:t>4/23/2023</a:t>
            </a:fld>
            <a:endParaRPr lang="en-US"/>
          </a:p>
        </p:txBody>
      </p:sp>
      <p:sp>
        <p:nvSpPr>
          <p:cNvPr id="5" name="Footer Placeholder 4">
            <a:extLst>
              <a:ext uri="{FF2B5EF4-FFF2-40B4-BE49-F238E27FC236}">
                <a16:creationId xmlns:a16="http://schemas.microsoft.com/office/drawing/2014/main" id="{EFC67899-1854-4246-F2BC-60FBB5B4D1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02CC8A-AA6D-4B5E-0D0D-F305592222E1}"/>
              </a:ext>
            </a:extLst>
          </p:cNvPr>
          <p:cNvSpPr>
            <a:spLocks noGrp="1"/>
          </p:cNvSpPr>
          <p:nvPr>
            <p:ph type="sldNum" sz="quarter" idx="12"/>
          </p:nvPr>
        </p:nvSpPr>
        <p:spPr/>
        <p:txBody>
          <a:bodyPr/>
          <a:lstStyle/>
          <a:p>
            <a:fld id="{5D8EE0EB-8F30-514D-94FB-25241D989E2A}" type="slidenum">
              <a:rPr lang="en-US" smtClean="0"/>
              <a:t>‹#›</a:t>
            </a:fld>
            <a:endParaRPr lang="en-US"/>
          </a:p>
        </p:txBody>
      </p:sp>
    </p:spTree>
    <p:extLst>
      <p:ext uri="{BB962C8B-B14F-4D97-AF65-F5344CB8AC3E}">
        <p14:creationId xmlns:p14="http://schemas.microsoft.com/office/powerpoint/2010/main" val="1076072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3C777-20C7-0099-DFF2-B8C67FF4AC5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B0B75F3-F64F-F47C-59DB-D5621FB97E9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5BFFA30-22B4-9BD7-A583-D1BFCA832BC9}"/>
              </a:ext>
            </a:extLst>
          </p:cNvPr>
          <p:cNvSpPr>
            <a:spLocks noGrp="1"/>
          </p:cNvSpPr>
          <p:nvPr>
            <p:ph type="dt" sz="half" idx="10"/>
          </p:nvPr>
        </p:nvSpPr>
        <p:spPr/>
        <p:txBody>
          <a:bodyPr/>
          <a:lstStyle/>
          <a:p>
            <a:fld id="{40BADADF-20C3-5749-AD9C-91AAB7DF8D52}" type="datetimeFigureOut">
              <a:rPr lang="en-US" smtClean="0"/>
              <a:t>4/23/2023</a:t>
            </a:fld>
            <a:endParaRPr lang="en-US"/>
          </a:p>
        </p:txBody>
      </p:sp>
      <p:sp>
        <p:nvSpPr>
          <p:cNvPr id="5" name="Footer Placeholder 4">
            <a:extLst>
              <a:ext uri="{FF2B5EF4-FFF2-40B4-BE49-F238E27FC236}">
                <a16:creationId xmlns:a16="http://schemas.microsoft.com/office/drawing/2014/main" id="{AA1CF35A-CDF1-736E-F5D1-3218EBE73C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1112D-648D-EF6E-E806-FB05655C838A}"/>
              </a:ext>
            </a:extLst>
          </p:cNvPr>
          <p:cNvSpPr>
            <a:spLocks noGrp="1"/>
          </p:cNvSpPr>
          <p:nvPr>
            <p:ph type="sldNum" sz="quarter" idx="12"/>
          </p:nvPr>
        </p:nvSpPr>
        <p:spPr/>
        <p:txBody>
          <a:bodyPr/>
          <a:lstStyle/>
          <a:p>
            <a:fld id="{5D8EE0EB-8F30-514D-94FB-25241D989E2A}" type="slidenum">
              <a:rPr lang="en-US" smtClean="0"/>
              <a:t>‹#›</a:t>
            </a:fld>
            <a:endParaRPr lang="en-US"/>
          </a:p>
        </p:txBody>
      </p:sp>
    </p:spTree>
    <p:extLst>
      <p:ext uri="{BB962C8B-B14F-4D97-AF65-F5344CB8AC3E}">
        <p14:creationId xmlns:p14="http://schemas.microsoft.com/office/powerpoint/2010/main" val="1662270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CF717-0CF1-0767-1BA3-9EB30BBF30F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8417533-51AF-6FF0-7FA4-EA5C5D4BCA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E0F8920-61B4-7A81-CB5D-90DCC225D316}"/>
              </a:ext>
            </a:extLst>
          </p:cNvPr>
          <p:cNvSpPr>
            <a:spLocks noGrp="1"/>
          </p:cNvSpPr>
          <p:nvPr>
            <p:ph type="dt" sz="half" idx="10"/>
          </p:nvPr>
        </p:nvSpPr>
        <p:spPr/>
        <p:txBody>
          <a:bodyPr/>
          <a:lstStyle/>
          <a:p>
            <a:fld id="{40BADADF-20C3-5749-AD9C-91AAB7DF8D52}" type="datetimeFigureOut">
              <a:rPr lang="en-US" smtClean="0"/>
              <a:t>4/23/2023</a:t>
            </a:fld>
            <a:endParaRPr lang="en-US"/>
          </a:p>
        </p:txBody>
      </p:sp>
      <p:sp>
        <p:nvSpPr>
          <p:cNvPr id="5" name="Footer Placeholder 4">
            <a:extLst>
              <a:ext uri="{FF2B5EF4-FFF2-40B4-BE49-F238E27FC236}">
                <a16:creationId xmlns:a16="http://schemas.microsoft.com/office/drawing/2014/main" id="{AF5F9191-3613-FF7A-4E69-2E8D5B81A7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0EFCA-EED9-734B-6B17-B5EB6A1FE9E5}"/>
              </a:ext>
            </a:extLst>
          </p:cNvPr>
          <p:cNvSpPr>
            <a:spLocks noGrp="1"/>
          </p:cNvSpPr>
          <p:nvPr>
            <p:ph type="sldNum" sz="quarter" idx="12"/>
          </p:nvPr>
        </p:nvSpPr>
        <p:spPr/>
        <p:txBody>
          <a:bodyPr/>
          <a:lstStyle/>
          <a:p>
            <a:fld id="{5D8EE0EB-8F30-514D-94FB-25241D989E2A}" type="slidenum">
              <a:rPr lang="en-US" smtClean="0"/>
              <a:t>‹#›</a:t>
            </a:fld>
            <a:endParaRPr lang="en-US"/>
          </a:p>
        </p:txBody>
      </p:sp>
    </p:spTree>
    <p:extLst>
      <p:ext uri="{BB962C8B-B14F-4D97-AF65-F5344CB8AC3E}">
        <p14:creationId xmlns:p14="http://schemas.microsoft.com/office/powerpoint/2010/main" val="1133858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0EE5E-463E-351D-466C-605912669FF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66015F4-F932-B661-84F4-D2D90B7DA28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F7F0946-9C79-55C9-CF69-73AFEAE8B81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82251DA-A530-0503-B577-E5ECB5097C50}"/>
              </a:ext>
            </a:extLst>
          </p:cNvPr>
          <p:cNvSpPr>
            <a:spLocks noGrp="1"/>
          </p:cNvSpPr>
          <p:nvPr>
            <p:ph type="dt" sz="half" idx="10"/>
          </p:nvPr>
        </p:nvSpPr>
        <p:spPr/>
        <p:txBody>
          <a:bodyPr/>
          <a:lstStyle/>
          <a:p>
            <a:fld id="{40BADADF-20C3-5749-AD9C-91AAB7DF8D52}" type="datetimeFigureOut">
              <a:rPr lang="en-US" smtClean="0"/>
              <a:t>4/23/2023</a:t>
            </a:fld>
            <a:endParaRPr lang="en-US"/>
          </a:p>
        </p:txBody>
      </p:sp>
      <p:sp>
        <p:nvSpPr>
          <p:cNvPr id="6" name="Footer Placeholder 5">
            <a:extLst>
              <a:ext uri="{FF2B5EF4-FFF2-40B4-BE49-F238E27FC236}">
                <a16:creationId xmlns:a16="http://schemas.microsoft.com/office/drawing/2014/main" id="{35D5679D-D313-945E-9DB8-9C84F40969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26CC8D-DA58-9408-B1D9-C615DD27DF78}"/>
              </a:ext>
            </a:extLst>
          </p:cNvPr>
          <p:cNvSpPr>
            <a:spLocks noGrp="1"/>
          </p:cNvSpPr>
          <p:nvPr>
            <p:ph type="sldNum" sz="quarter" idx="12"/>
          </p:nvPr>
        </p:nvSpPr>
        <p:spPr/>
        <p:txBody>
          <a:bodyPr/>
          <a:lstStyle/>
          <a:p>
            <a:fld id="{5D8EE0EB-8F30-514D-94FB-25241D989E2A}" type="slidenum">
              <a:rPr lang="en-US" smtClean="0"/>
              <a:t>‹#›</a:t>
            </a:fld>
            <a:endParaRPr lang="en-US"/>
          </a:p>
        </p:txBody>
      </p:sp>
    </p:spTree>
    <p:extLst>
      <p:ext uri="{BB962C8B-B14F-4D97-AF65-F5344CB8AC3E}">
        <p14:creationId xmlns:p14="http://schemas.microsoft.com/office/powerpoint/2010/main" val="2099004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C1648-B827-F548-D945-A481321B7F6E}"/>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74A7AF9-06D3-8040-A1FB-A797B0AC2C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B3A9ED7-8C2D-A068-0B9F-BE93B5DD899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EBE8CAE-B8EB-8BCA-8641-738404E251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C542A93-7490-C489-4F21-B43AC912899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45FB726-CC1D-3B1F-4602-38718E6C2DF9}"/>
              </a:ext>
            </a:extLst>
          </p:cNvPr>
          <p:cNvSpPr>
            <a:spLocks noGrp="1"/>
          </p:cNvSpPr>
          <p:nvPr>
            <p:ph type="dt" sz="half" idx="10"/>
          </p:nvPr>
        </p:nvSpPr>
        <p:spPr/>
        <p:txBody>
          <a:bodyPr/>
          <a:lstStyle/>
          <a:p>
            <a:fld id="{40BADADF-20C3-5749-AD9C-91AAB7DF8D52}" type="datetimeFigureOut">
              <a:rPr lang="en-US" smtClean="0"/>
              <a:t>4/23/2023</a:t>
            </a:fld>
            <a:endParaRPr lang="en-US"/>
          </a:p>
        </p:txBody>
      </p:sp>
      <p:sp>
        <p:nvSpPr>
          <p:cNvPr id="8" name="Footer Placeholder 7">
            <a:extLst>
              <a:ext uri="{FF2B5EF4-FFF2-40B4-BE49-F238E27FC236}">
                <a16:creationId xmlns:a16="http://schemas.microsoft.com/office/drawing/2014/main" id="{180D8311-AAA6-BA60-F717-489A30BF168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8256054-9DAA-846E-416D-AFF5F39E1186}"/>
              </a:ext>
            </a:extLst>
          </p:cNvPr>
          <p:cNvSpPr>
            <a:spLocks noGrp="1"/>
          </p:cNvSpPr>
          <p:nvPr>
            <p:ph type="sldNum" sz="quarter" idx="12"/>
          </p:nvPr>
        </p:nvSpPr>
        <p:spPr/>
        <p:txBody>
          <a:bodyPr/>
          <a:lstStyle/>
          <a:p>
            <a:fld id="{5D8EE0EB-8F30-514D-94FB-25241D989E2A}" type="slidenum">
              <a:rPr lang="en-US" smtClean="0"/>
              <a:t>‹#›</a:t>
            </a:fld>
            <a:endParaRPr lang="en-US"/>
          </a:p>
        </p:txBody>
      </p:sp>
    </p:spTree>
    <p:extLst>
      <p:ext uri="{BB962C8B-B14F-4D97-AF65-F5344CB8AC3E}">
        <p14:creationId xmlns:p14="http://schemas.microsoft.com/office/powerpoint/2010/main" val="2296203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EC693-59DF-F073-4DAA-2CEDA39CAC8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AF4CF43-3A89-09D2-97D0-C1BAC0233993}"/>
              </a:ext>
            </a:extLst>
          </p:cNvPr>
          <p:cNvSpPr>
            <a:spLocks noGrp="1"/>
          </p:cNvSpPr>
          <p:nvPr>
            <p:ph type="dt" sz="half" idx="10"/>
          </p:nvPr>
        </p:nvSpPr>
        <p:spPr/>
        <p:txBody>
          <a:bodyPr/>
          <a:lstStyle/>
          <a:p>
            <a:fld id="{40BADADF-20C3-5749-AD9C-91AAB7DF8D52}" type="datetimeFigureOut">
              <a:rPr lang="en-US" smtClean="0"/>
              <a:t>4/23/2023</a:t>
            </a:fld>
            <a:endParaRPr lang="en-US"/>
          </a:p>
        </p:txBody>
      </p:sp>
      <p:sp>
        <p:nvSpPr>
          <p:cNvPr id="4" name="Footer Placeholder 3">
            <a:extLst>
              <a:ext uri="{FF2B5EF4-FFF2-40B4-BE49-F238E27FC236}">
                <a16:creationId xmlns:a16="http://schemas.microsoft.com/office/drawing/2014/main" id="{B56CDA4A-E3B0-B720-2F9E-1B72538666F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17BDB34-6006-74F8-1AF0-8A02C119E8C9}"/>
              </a:ext>
            </a:extLst>
          </p:cNvPr>
          <p:cNvSpPr>
            <a:spLocks noGrp="1"/>
          </p:cNvSpPr>
          <p:nvPr>
            <p:ph type="sldNum" sz="quarter" idx="12"/>
          </p:nvPr>
        </p:nvSpPr>
        <p:spPr/>
        <p:txBody>
          <a:bodyPr/>
          <a:lstStyle/>
          <a:p>
            <a:fld id="{5D8EE0EB-8F30-514D-94FB-25241D989E2A}" type="slidenum">
              <a:rPr lang="en-US" smtClean="0"/>
              <a:t>‹#›</a:t>
            </a:fld>
            <a:endParaRPr lang="en-US"/>
          </a:p>
        </p:txBody>
      </p:sp>
    </p:spTree>
    <p:extLst>
      <p:ext uri="{BB962C8B-B14F-4D97-AF65-F5344CB8AC3E}">
        <p14:creationId xmlns:p14="http://schemas.microsoft.com/office/powerpoint/2010/main" val="243394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14207-4436-C3D1-B6C3-705A48D5110E}"/>
              </a:ext>
            </a:extLst>
          </p:cNvPr>
          <p:cNvSpPr>
            <a:spLocks noGrp="1"/>
          </p:cNvSpPr>
          <p:nvPr>
            <p:ph type="dt" sz="half" idx="10"/>
          </p:nvPr>
        </p:nvSpPr>
        <p:spPr/>
        <p:txBody>
          <a:bodyPr/>
          <a:lstStyle/>
          <a:p>
            <a:fld id="{40BADADF-20C3-5749-AD9C-91AAB7DF8D52}" type="datetimeFigureOut">
              <a:rPr lang="en-US" smtClean="0"/>
              <a:t>4/23/2023</a:t>
            </a:fld>
            <a:endParaRPr lang="en-US"/>
          </a:p>
        </p:txBody>
      </p:sp>
      <p:sp>
        <p:nvSpPr>
          <p:cNvPr id="3" name="Footer Placeholder 2">
            <a:extLst>
              <a:ext uri="{FF2B5EF4-FFF2-40B4-BE49-F238E27FC236}">
                <a16:creationId xmlns:a16="http://schemas.microsoft.com/office/drawing/2014/main" id="{1B7B3291-20C9-15C4-7599-CCA4B58F0F2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7320780-7F8B-A784-57F6-E2867CD405F1}"/>
              </a:ext>
            </a:extLst>
          </p:cNvPr>
          <p:cNvSpPr>
            <a:spLocks noGrp="1"/>
          </p:cNvSpPr>
          <p:nvPr>
            <p:ph type="sldNum" sz="quarter" idx="12"/>
          </p:nvPr>
        </p:nvSpPr>
        <p:spPr/>
        <p:txBody>
          <a:bodyPr/>
          <a:lstStyle/>
          <a:p>
            <a:fld id="{5D8EE0EB-8F30-514D-94FB-25241D989E2A}" type="slidenum">
              <a:rPr lang="en-US" smtClean="0"/>
              <a:t>‹#›</a:t>
            </a:fld>
            <a:endParaRPr lang="en-US"/>
          </a:p>
        </p:txBody>
      </p:sp>
    </p:spTree>
    <p:extLst>
      <p:ext uri="{BB962C8B-B14F-4D97-AF65-F5344CB8AC3E}">
        <p14:creationId xmlns:p14="http://schemas.microsoft.com/office/powerpoint/2010/main" val="2339709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7A0BF-FE33-56CA-E07C-35F29376CD1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542EADDF-DE8F-5679-8374-3BC5650D93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F857949-6AFD-CFDB-D62D-689FDD8307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7C00766-BCFE-1F2E-0D4C-81E106F1ADDE}"/>
              </a:ext>
            </a:extLst>
          </p:cNvPr>
          <p:cNvSpPr>
            <a:spLocks noGrp="1"/>
          </p:cNvSpPr>
          <p:nvPr>
            <p:ph type="dt" sz="half" idx="10"/>
          </p:nvPr>
        </p:nvSpPr>
        <p:spPr/>
        <p:txBody>
          <a:bodyPr/>
          <a:lstStyle/>
          <a:p>
            <a:fld id="{40BADADF-20C3-5749-AD9C-91AAB7DF8D52}" type="datetimeFigureOut">
              <a:rPr lang="en-US" smtClean="0"/>
              <a:t>4/23/2023</a:t>
            </a:fld>
            <a:endParaRPr lang="en-US"/>
          </a:p>
        </p:txBody>
      </p:sp>
      <p:sp>
        <p:nvSpPr>
          <p:cNvPr id="6" name="Footer Placeholder 5">
            <a:extLst>
              <a:ext uri="{FF2B5EF4-FFF2-40B4-BE49-F238E27FC236}">
                <a16:creationId xmlns:a16="http://schemas.microsoft.com/office/drawing/2014/main" id="{84E39BC2-BB50-D8CA-64C4-F23DA1FBCF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C70E29-955B-86E0-3BB0-4B5DB3ECFBC4}"/>
              </a:ext>
            </a:extLst>
          </p:cNvPr>
          <p:cNvSpPr>
            <a:spLocks noGrp="1"/>
          </p:cNvSpPr>
          <p:nvPr>
            <p:ph type="sldNum" sz="quarter" idx="12"/>
          </p:nvPr>
        </p:nvSpPr>
        <p:spPr/>
        <p:txBody>
          <a:bodyPr/>
          <a:lstStyle/>
          <a:p>
            <a:fld id="{5D8EE0EB-8F30-514D-94FB-25241D989E2A}" type="slidenum">
              <a:rPr lang="en-US" smtClean="0"/>
              <a:t>‹#›</a:t>
            </a:fld>
            <a:endParaRPr lang="en-US"/>
          </a:p>
        </p:txBody>
      </p:sp>
    </p:spTree>
    <p:extLst>
      <p:ext uri="{BB962C8B-B14F-4D97-AF65-F5344CB8AC3E}">
        <p14:creationId xmlns:p14="http://schemas.microsoft.com/office/powerpoint/2010/main" val="548576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A5590-286A-2450-0605-BE51A7698FE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3077CBA-6A95-0F13-A821-95D2D30DFA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40F7238-B7DD-1F34-644A-76F272108F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BD5DA2F-4BA3-65BB-F768-6B8AECBD8DAD}"/>
              </a:ext>
            </a:extLst>
          </p:cNvPr>
          <p:cNvSpPr>
            <a:spLocks noGrp="1"/>
          </p:cNvSpPr>
          <p:nvPr>
            <p:ph type="dt" sz="half" idx="10"/>
          </p:nvPr>
        </p:nvSpPr>
        <p:spPr/>
        <p:txBody>
          <a:bodyPr/>
          <a:lstStyle/>
          <a:p>
            <a:fld id="{40BADADF-20C3-5749-AD9C-91AAB7DF8D52}" type="datetimeFigureOut">
              <a:rPr lang="en-US" smtClean="0"/>
              <a:t>4/23/2023</a:t>
            </a:fld>
            <a:endParaRPr lang="en-US"/>
          </a:p>
        </p:txBody>
      </p:sp>
      <p:sp>
        <p:nvSpPr>
          <p:cNvPr id="6" name="Footer Placeholder 5">
            <a:extLst>
              <a:ext uri="{FF2B5EF4-FFF2-40B4-BE49-F238E27FC236}">
                <a16:creationId xmlns:a16="http://schemas.microsoft.com/office/drawing/2014/main" id="{48C52665-B7DE-2F41-B645-0891F0C78A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F37387-21AF-4D07-BD0F-7875D06C51AC}"/>
              </a:ext>
            </a:extLst>
          </p:cNvPr>
          <p:cNvSpPr>
            <a:spLocks noGrp="1"/>
          </p:cNvSpPr>
          <p:nvPr>
            <p:ph type="sldNum" sz="quarter" idx="12"/>
          </p:nvPr>
        </p:nvSpPr>
        <p:spPr/>
        <p:txBody>
          <a:bodyPr/>
          <a:lstStyle/>
          <a:p>
            <a:fld id="{5D8EE0EB-8F30-514D-94FB-25241D989E2A}" type="slidenum">
              <a:rPr lang="en-US" smtClean="0"/>
              <a:t>‹#›</a:t>
            </a:fld>
            <a:endParaRPr lang="en-US"/>
          </a:p>
        </p:txBody>
      </p:sp>
    </p:spTree>
    <p:extLst>
      <p:ext uri="{BB962C8B-B14F-4D97-AF65-F5344CB8AC3E}">
        <p14:creationId xmlns:p14="http://schemas.microsoft.com/office/powerpoint/2010/main" val="3805644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AA424-9C83-A642-F3DA-478E027684A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83D8A53-34B6-1A05-E61F-62FBDAD857E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075C95C-5D1C-6997-FC07-C8C48AB7C119}"/>
              </a:ext>
            </a:extLst>
          </p:cNvPr>
          <p:cNvSpPr>
            <a:spLocks noGrp="1"/>
          </p:cNvSpPr>
          <p:nvPr>
            <p:ph type="dt" sz="half" idx="10"/>
          </p:nvPr>
        </p:nvSpPr>
        <p:spPr/>
        <p:txBody>
          <a:bodyPr/>
          <a:lstStyle/>
          <a:p>
            <a:fld id="{40BADADF-20C3-5749-AD9C-91AAB7DF8D52}" type="datetimeFigureOut">
              <a:rPr lang="en-US" smtClean="0"/>
              <a:t>4/23/2023</a:t>
            </a:fld>
            <a:endParaRPr lang="en-US"/>
          </a:p>
        </p:txBody>
      </p:sp>
      <p:sp>
        <p:nvSpPr>
          <p:cNvPr id="5" name="Footer Placeholder 4">
            <a:extLst>
              <a:ext uri="{FF2B5EF4-FFF2-40B4-BE49-F238E27FC236}">
                <a16:creationId xmlns:a16="http://schemas.microsoft.com/office/drawing/2014/main" id="{7CF74C56-844C-AE7C-F208-BF07E0631B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62A76C-E025-DBD1-FDE3-3D5E0725870E}"/>
              </a:ext>
            </a:extLst>
          </p:cNvPr>
          <p:cNvSpPr>
            <a:spLocks noGrp="1"/>
          </p:cNvSpPr>
          <p:nvPr>
            <p:ph type="sldNum" sz="quarter" idx="12"/>
          </p:nvPr>
        </p:nvSpPr>
        <p:spPr/>
        <p:txBody>
          <a:bodyPr/>
          <a:lstStyle/>
          <a:p>
            <a:fld id="{5D8EE0EB-8F30-514D-94FB-25241D989E2A}" type="slidenum">
              <a:rPr lang="en-US" smtClean="0"/>
              <a:t>‹#›</a:t>
            </a:fld>
            <a:endParaRPr lang="en-US"/>
          </a:p>
        </p:txBody>
      </p:sp>
    </p:spTree>
    <p:extLst>
      <p:ext uri="{BB962C8B-B14F-4D97-AF65-F5344CB8AC3E}">
        <p14:creationId xmlns:p14="http://schemas.microsoft.com/office/powerpoint/2010/main" val="1010574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701A6B-1D23-E8E8-321A-1C68E780CEB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70196D8-BCE5-8F36-D89E-062C43CA3D8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1344A8C-59EB-C17C-C967-1C1C5F546391}"/>
              </a:ext>
            </a:extLst>
          </p:cNvPr>
          <p:cNvSpPr>
            <a:spLocks noGrp="1"/>
          </p:cNvSpPr>
          <p:nvPr>
            <p:ph type="dt" sz="half" idx="10"/>
          </p:nvPr>
        </p:nvSpPr>
        <p:spPr/>
        <p:txBody>
          <a:bodyPr/>
          <a:lstStyle/>
          <a:p>
            <a:fld id="{40BADADF-20C3-5749-AD9C-91AAB7DF8D52}" type="datetimeFigureOut">
              <a:rPr lang="en-US" smtClean="0"/>
              <a:t>4/23/2023</a:t>
            </a:fld>
            <a:endParaRPr lang="en-US"/>
          </a:p>
        </p:txBody>
      </p:sp>
      <p:sp>
        <p:nvSpPr>
          <p:cNvPr id="5" name="Footer Placeholder 4">
            <a:extLst>
              <a:ext uri="{FF2B5EF4-FFF2-40B4-BE49-F238E27FC236}">
                <a16:creationId xmlns:a16="http://schemas.microsoft.com/office/drawing/2014/main" id="{43FCABDB-1B8D-29AC-7635-D66A25DEE0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35D8A8-BB8F-3980-8E9E-311E711A91DB}"/>
              </a:ext>
            </a:extLst>
          </p:cNvPr>
          <p:cNvSpPr>
            <a:spLocks noGrp="1"/>
          </p:cNvSpPr>
          <p:nvPr>
            <p:ph type="sldNum" sz="quarter" idx="12"/>
          </p:nvPr>
        </p:nvSpPr>
        <p:spPr/>
        <p:txBody>
          <a:bodyPr/>
          <a:lstStyle/>
          <a:p>
            <a:fld id="{5D8EE0EB-8F30-514D-94FB-25241D989E2A}" type="slidenum">
              <a:rPr lang="en-US" smtClean="0"/>
              <a:t>‹#›</a:t>
            </a:fld>
            <a:endParaRPr lang="en-US"/>
          </a:p>
        </p:txBody>
      </p:sp>
    </p:spTree>
    <p:extLst>
      <p:ext uri="{BB962C8B-B14F-4D97-AF65-F5344CB8AC3E}">
        <p14:creationId xmlns:p14="http://schemas.microsoft.com/office/powerpoint/2010/main" val="33918684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6C8AC7-A164-936A-E623-81ED48E540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5599832-1F99-2380-24AE-36FBF85BD6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7E648EB-1876-9196-8840-E36E572B8A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BADADF-20C3-5749-AD9C-91AAB7DF8D52}" type="datetimeFigureOut">
              <a:rPr lang="en-US" smtClean="0"/>
              <a:t>4/23/2023</a:t>
            </a:fld>
            <a:endParaRPr lang="en-US"/>
          </a:p>
        </p:txBody>
      </p:sp>
      <p:sp>
        <p:nvSpPr>
          <p:cNvPr id="5" name="Footer Placeholder 4">
            <a:extLst>
              <a:ext uri="{FF2B5EF4-FFF2-40B4-BE49-F238E27FC236}">
                <a16:creationId xmlns:a16="http://schemas.microsoft.com/office/drawing/2014/main" id="{DF6BE571-653A-ECC4-CC76-B694BA7894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5EC32BD-BA05-42FD-1102-1ECD261625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8EE0EB-8F30-514D-94FB-25241D989E2A}" type="slidenum">
              <a:rPr lang="en-US" smtClean="0"/>
              <a:t>‹#›</a:t>
            </a:fld>
            <a:endParaRPr lang="en-US"/>
          </a:p>
        </p:txBody>
      </p:sp>
    </p:spTree>
    <p:extLst>
      <p:ext uri="{BB962C8B-B14F-4D97-AF65-F5344CB8AC3E}">
        <p14:creationId xmlns:p14="http://schemas.microsoft.com/office/powerpoint/2010/main" val="34207976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D52B170-FB13-E2D9-1640-BB96C7151654}"/>
              </a:ext>
            </a:extLst>
          </p:cNvPr>
          <p:cNvPicPr>
            <a:picLocks noChangeAspect="1"/>
          </p:cNvPicPr>
          <p:nvPr/>
        </p:nvPicPr>
        <p:blipFill rotWithShape="1">
          <a:blip r:embed="rId2"/>
          <a:srcRect t="1108" r="-1" b="-1"/>
          <a:stretch/>
        </p:blipFill>
        <p:spPr>
          <a:xfrm>
            <a:off x="3523488" y="53563"/>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B155FB6-E8E8-2B31-A715-A087D6974C3C}"/>
              </a:ext>
            </a:extLst>
          </p:cNvPr>
          <p:cNvSpPr>
            <a:spLocks noGrp="1"/>
          </p:cNvSpPr>
          <p:nvPr>
            <p:ph type="ctrTitle"/>
          </p:nvPr>
        </p:nvSpPr>
        <p:spPr>
          <a:xfrm>
            <a:off x="454467" y="1175658"/>
            <a:ext cx="7403277" cy="3578734"/>
          </a:xfrm>
        </p:spPr>
        <p:txBody>
          <a:bodyPr anchor="b">
            <a:normAutofit fontScale="90000"/>
          </a:bodyPr>
          <a:lstStyle/>
          <a:p>
            <a:pPr algn="l"/>
            <a:br>
              <a:rPr lang="en-US" sz="3600" dirty="0">
                <a:solidFill>
                  <a:schemeClr val="accent4">
                    <a:lumMod val="40000"/>
                    <a:lumOff val="60000"/>
                  </a:schemeClr>
                </a:solidFill>
              </a:rPr>
            </a:br>
            <a:br>
              <a:rPr lang="en-US" sz="3600" dirty="0">
                <a:solidFill>
                  <a:schemeClr val="accent4">
                    <a:lumMod val="40000"/>
                    <a:lumOff val="60000"/>
                  </a:schemeClr>
                </a:solidFill>
              </a:rPr>
            </a:br>
            <a:r>
              <a:rPr lang="en-US" sz="3600" b="1" i="1" dirty="0">
                <a:solidFill>
                  <a:schemeClr val="accent6">
                    <a:lumMod val="60000"/>
                    <a:lumOff val="40000"/>
                  </a:schemeClr>
                </a:solidFill>
                <a:latin typeface="Times New Roman" panose="02020603050405020304" pitchFamily="18" charset="0"/>
                <a:cs typeface="Times New Roman" panose="02020603050405020304" pitchFamily="18" charset="0"/>
              </a:rPr>
              <a:t>PRINCIPLES AND TECNIQUES OF DATA SCIENCE </a:t>
            </a:r>
            <a:br>
              <a:rPr lang="en-US" sz="3600" b="1" i="1" dirty="0">
                <a:solidFill>
                  <a:schemeClr val="accent6">
                    <a:lumMod val="60000"/>
                    <a:lumOff val="40000"/>
                  </a:schemeClr>
                </a:solidFill>
                <a:latin typeface="Times New Roman" panose="02020603050405020304" pitchFamily="18" charset="0"/>
                <a:cs typeface="Times New Roman" panose="02020603050405020304" pitchFamily="18" charset="0"/>
              </a:rPr>
            </a:br>
            <a:br>
              <a:rPr lang="en-US" sz="3600" b="1" i="1" dirty="0">
                <a:solidFill>
                  <a:schemeClr val="accent6">
                    <a:lumMod val="60000"/>
                    <a:lumOff val="40000"/>
                  </a:schemeClr>
                </a:solidFill>
                <a:latin typeface="Times New Roman" panose="02020603050405020304" pitchFamily="18" charset="0"/>
                <a:cs typeface="Times New Roman" panose="02020603050405020304" pitchFamily="18" charset="0"/>
              </a:rPr>
            </a:br>
            <a:r>
              <a:rPr lang="en-US" sz="3600" dirty="0">
                <a:solidFill>
                  <a:schemeClr val="accent4">
                    <a:lumMod val="40000"/>
                    <a:lumOff val="60000"/>
                  </a:schemeClr>
                </a:solidFill>
                <a:latin typeface="Times New Roman" panose="02020603050405020304" pitchFamily="18" charset="0"/>
                <a:cs typeface="Times New Roman" panose="02020603050405020304" pitchFamily="18" charset="0"/>
              </a:rPr>
              <a:t>PROJECT ON – </a:t>
            </a:r>
            <a:r>
              <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rPr>
              <a:t>Prediction of Calories Burnt Using Machine Learning</a:t>
            </a:r>
            <a:br>
              <a:rPr lang="en-US" sz="3600" dirty="0">
                <a:effectLst/>
                <a:latin typeface="Times New Roman" panose="02020603050405020304" pitchFamily="18" charset="0"/>
                <a:ea typeface="Times New Roman" panose="02020603050405020304" pitchFamily="18" charset="0"/>
              </a:rPr>
            </a:br>
            <a:br>
              <a:rPr lang="en-US" sz="4400" dirty="0"/>
            </a:br>
            <a:endParaRPr lang="en-US" sz="4400" b="1" i="1" dirty="0">
              <a:solidFill>
                <a:schemeClr val="accent6">
                  <a:lumMod val="60000"/>
                  <a:lumOff val="40000"/>
                </a:schemeClr>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1D06C9B-52B8-A5FA-D61F-AAD61D302EEB}"/>
              </a:ext>
            </a:extLst>
          </p:cNvPr>
          <p:cNvSpPr>
            <a:spLocks noGrp="1"/>
          </p:cNvSpPr>
          <p:nvPr>
            <p:ph type="subTitle" idx="1"/>
          </p:nvPr>
        </p:nvSpPr>
        <p:spPr>
          <a:xfrm>
            <a:off x="458169" y="4224950"/>
            <a:ext cx="4023359" cy="2404449"/>
          </a:xfrm>
        </p:spPr>
        <p:txBody>
          <a:bodyPr>
            <a:normAutofit fontScale="92500" lnSpcReduction="10000"/>
          </a:bodyPr>
          <a:lstStyle/>
          <a:p>
            <a:pPr algn="l"/>
            <a:r>
              <a:rPr lang="en-US" sz="2000" dirty="0">
                <a:latin typeface="Times New Roman" panose="02020603050405020304" pitchFamily="18" charset="0"/>
                <a:cs typeface="Times New Roman" panose="02020603050405020304" pitchFamily="18" charset="0"/>
              </a:rPr>
              <a:t>Submitted By:-</a:t>
            </a:r>
          </a:p>
          <a:p>
            <a:pPr algn="l">
              <a:lnSpc>
                <a:spcPct val="120000"/>
              </a:lnSpc>
            </a:pPr>
            <a:r>
              <a:rPr lang="en-US" sz="1800" b="1" dirty="0" err="1">
                <a:effectLst/>
                <a:latin typeface="Times New Roman" panose="02020603050405020304" pitchFamily="18" charset="0"/>
                <a:ea typeface="Times New Roman" panose="02020603050405020304" pitchFamily="18" charset="0"/>
              </a:rPr>
              <a:t>Shivanjani</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Acholu</a:t>
            </a:r>
            <a:endParaRPr lang="en-US" sz="1800" b="1" dirty="0">
              <a:effectLst/>
              <a:latin typeface="Times New Roman" panose="02020603050405020304" pitchFamily="18" charset="0"/>
              <a:ea typeface="Times New Roman" panose="02020603050405020304" pitchFamily="18" charset="0"/>
            </a:endParaRPr>
          </a:p>
          <a:p>
            <a:pPr algn="l">
              <a:lnSpc>
                <a:spcPct val="120000"/>
              </a:lnSpc>
            </a:pPr>
            <a:r>
              <a:rPr lang="en-US" sz="1800" b="1" dirty="0" err="1">
                <a:effectLst/>
                <a:latin typeface="Times New Roman" panose="02020603050405020304" pitchFamily="18" charset="0"/>
                <a:ea typeface="Times New Roman" panose="02020603050405020304" pitchFamily="18" charset="0"/>
              </a:rPr>
              <a:t>Sravya</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Ravikanti</a:t>
            </a:r>
            <a:endParaRPr lang="en-US" sz="1800" b="1" dirty="0">
              <a:effectLst/>
              <a:latin typeface="Times New Roman" panose="02020603050405020304" pitchFamily="18" charset="0"/>
              <a:ea typeface="Times New Roman" panose="02020603050405020304" pitchFamily="18" charset="0"/>
            </a:endParaRPr>
          </a:p>
          <a:p>
            <a:pPr algn="l">
              <a:lnSpc>
                <a:spcPct val="120000"/>
              </a:lnSpc>
            </a:pPr>
            <a:r>
              <a:rPr lang="en-US" sz="1800" b="1" dirty="0">
                <a:effectLst/>
                <a:latin typeface="Times New Roman" panose="02020603050405020304" pitchFamily="18" charset="0"/>
                <a:ea typeface="Times New Roman" panose="02020603050405020304" pitchFamily="18" charset="0"/>
              </a:rPr>
              <a:t>Shiva Priya </a:t>
            </a:r>
            <a:r>
              <a:rPr lang="en-US" sz="1800" b="1" dirty="0" err="1">
                <a:effectLst/>
                <a:latin typeface="Times New Roman" panose="02020603050405020304" pitchFamily="18" charset="0"/>
                <a:ea typeface="Times New Roman" panose="02020603050405020304" pitchFamily="18" charset="0"/>
              </a:rPr>
              <a:t>Ummareddy</a:t>
            </a:r>
            <a:endParaRPr lang="en-US" sz="1800" b="1" dirty="0">
              <a:effectLst/>
              <a:latin typeface="Times New Roman" panose="02020603050405020304" pitchFamily="18" charset="0"/>
              <a:ea typeface="Times New Roman" panose="02020603050405020304" pitchFamily="18" charset="0"/>
            </a:endParaRPr>
          </a:p>
          <a:p>
            <a:pPr algn="l">
              <a:lnSpc>
                <a:spcPct val="120000"/>
              </a:lnSpc>
            </a:pPr>
            <a:r>
              <a:rPr lang="en-US" sz="1800" b="1" dirty="0">
                <a:effectLst/>
                <a:latin typeface="Times New Roman" panose="02020603050405020304" pitchFamily="18" charset="0"/>
                <a:ea typeface="Times New Roman" panose="02020603050405020304" pitchFamily="18" charset="0"/>
              </a:rPr>
              <a:t>Suchitha Reddy Chinthireddy</a:t>
            </a:r>
          </a:p>
          <a:p>
            <a:pPr algn="l">
              <a:lnSpc>
                <a:spcPct val="120000"/>
              </a:lnSpc>
            </a:pPr>
            <a:r>
              <a:rPr lang="en-US" sz="1800" b="1" dirty="0">
                <a:effectLst/>
                <a:latin typeface="Times New Roman" panose="02020603050405020304" pitchFamily="18" charset="0"/>
                <a:ea typeface="Times New Roman" panose="02020603050405020304" pitchFamily="18" charset="0"/>
              </a:rPr>
              <a:t>Swathi </a:t>
            </a:r>
            <a:r>
              <a:rPr lang="en-US" sz="1800" b="1" dirty="0" err="1">
                <a:effectLst/>
                <a:latin typeface="Times New Roman" panose="02020603050405020304" pitchFamily="18" charset="0"/>
                <a:ea typeface="Times New Roman" panose="02020603050405020304" pitchFamily="18" charset="0"/>
              </a:rPr>
              <a:t>Pasham</a:t>
            </a:r>
            <a:endParaRPr lang="en-US" sz="1800" dirty="0">
              <a:effectLst/>
              <a:latin typeface="Times New Roman" panose="02020603050405020304" pitchFamily="18" charset="0"/>
              <a:ea typeface="Times New Roman" panose="02020603050405020304" pitchFamily="18" charset="0"/>
            </a:endParaRPr>
          </a:p>
          <a:p>
            <a:pPr algn="l"/>
            <a:endParaRPr lang="en-US" sz="2000" dirty="0"/>
          </a:p>
          <a:p>
            <a:pPr algn="l"/>
            <a:endParaRPr lang="en-US" sz="2000" dirty="0"/>
          </a:p>
        </p:txBody>
      </p:sp>
      <p:sp>
        <p:nvSpPr>
          <p:cNvPr id="17"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390936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BDDF5E27-ACCE-8CEA-B6A9-EC511CF990F0}"/>
              </a:ext>
            </a:extLst>
          </p:cNvPr>
          <p:cNvSpPr>
            <a:spLocks noGrp="1"/>
          </p:cNvSpPr>
          <p:nvPr>
            <p:ph type="title"/>
          </p:nvPr>
        </p:nvSpPr>
        <p:spPr>
          <a:xfrm>
            <a:off x="838200" y="669925"/>
            <a:ext cx="4508946" cy="1325563"/>
          </a:xfrm>
        </p:spPr>
        <p:txBody>
          <a:bodyPr anchor="b">
            <a:normAutofit/>
          </a:bodyPr>
          <a:lstStyle/>
          <a:p>
            <a:r>
              <a:rPr lang="en-US" b="1" i="1" dirty="0">
                <a:solidFill>
                  <a:schemeClr val="accent5">
                    <a:lumMod val="60000"/>
                    <a:lumOff val="40000"/>
                  </a:schemeClr>
                </a:solidFill>
                <a:latin typeface="Times New Roman" panose="02020603050405020304" pitchFamily="18" charset="0"/>
                <a:cs typeface="Times New Roman" panose="02020603050405020304" pitchFamily="18" charset="0"/>
              </a:rPr>
              <a:t>Mission &amp; Vision</a:t>
            </a: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FD6CAFB-26C7-43CC-BAA3-615DE475F345}"/>
              </a:ext>
            </a:extLst>
          </p:cNvPr>
          <p:cNvSpPr>
            <a:spLocks noGrp="1"/>
          </p:cNvSpPr>
          <p:nvPr>
            <p:ph idx="1"/>
          </p:nvPr>
        </p:nvSpPr>
        <p:spPr>
          <a:xfrm>
            <a:off x="1392667" y="2398957"/>
            <a:ext cx="9406666" cy="3526144"/>
          </a:xfrm>
        </p:spPr>
        <p:txBody>
          <a:bodyPr>
            <a:normAutofit/>
          </a:bodyPr>
          <a:lstStyle/>
          <a:p>
            <a:pPr algn="just"/>
            <a:r>
              <a:rPr lang="en-US" i="1" dirty="0">
                <a:solidFill>
                  <a:schemeClr val="accent4">
                    <a:lumMod val="40000"/>
                    <a:lumOff val="60000"/>
                  </a:schemeClr>
                </a:solidFill>
                <a:latin typeface="Times New Roman" panose="02020603050405020304" pitchFamily="18" charset="0"/>
                <a:cs typeface="Times New Roman" panose="02020603050405020304" pitchFamily="18" charset="0"/>
              </a:rPr>
              <a:t>Mission: </a:t>
            </a:r>
          </a:p>
          <a:p>
            <a:pPr marL="0" indent="0" algn="just">
              <a:buNone/>
            </a:pPr>
            <a:r>
              <a:rPr lang="en-IN" sz="1600" b="0" i="0" dirty="0">
                <a:solidFill>
                  <a:srgbClr val="D1D5DB"/>
                </a:solidFill>
                <a:effectLst/>
                <a:latin typeface="Times New Roman" panose="02020603050405020304" pitchFamily="18" charset="0"/>
                <a:cs typeface="Times New Roman" panose="02020603050405020304" pitchFamily="18" charset="0"/>
              </a:rPr>
              <a:t>Our mission is to predict the number of calories burnt during exercise of a person considering variables like Age, duration of exercise etc.. We are committed to utilizing the principles of data science and machine learning to provide a valuable tool for individuals who are interested in tracking their fitness progress and optimizing their workouts</a:t>
            </a:r>
            <a:r>
              <a:rPr lang="en-IN" sz="1400" b="0" i="0" dirty="0">
                <a:solidFill>
                  <a:srgbClr val="D1D5DB"/>
                </a:solidFill>
                <a:effectLst/>
                <a:latin typeface="Times New Roman" panose="02020603050405020304" pitchFamily="18" charset="0"/>
                <a:cs typeface="Times New Roman" panose="02020603050405020304" pitchFamily="18" charset="0"/>
              </a:rPr>
              <a:t>.</a:t>
            </a:r>
          </a:p>
          <a:p>
            <a:pPr algn="just"/>
            <a:endParaRPr lang="en-IN" sz="1400" dirty="0">
              <a:solidFill>
                <a:srgbClr val="D1D5DB"/>
              </a:solidFill>
              <a:latin typeface="Times New Roman" panose="02020603050405020304" pitchFamily="18" charset="0"/>
              <a:cs typeface="Times New Roman" panose="02020603050405020304" pitchFamily="18" charset="0"/>
            </a:endParaRPr>
          </a:p>
          <a:p>
            <a:pPr algn="just"/>
            <a:r>
              <a:rPr lang="en-IN" b="1" i="1" dirty="0">
                <a:solidFill>
                  <a:schemeClr val="accent4">
                    <a:lumMod val="40000"/>
                    <a:lumOff val="60000"/>
                  </a:schemeClr>
                </a:solidFill>
                <a:latin typeface="Times New Roman" panose="02020603050405020304" pitchFamily="18" charset="0"/>
                <a:cs typeface="Times New Roman" panose="02020603050405020304" pitchFamily="18" charset="0"/>
              </a:rPr>
              <a:t>Vision: </a:t>
            </a:r>
          </a:p>
          <a:p>
            <a:pPr marL="0" indent="0" algn="just">
              <a:buNone/>
            </a:pPr>
            <a:r>
              <a:rPr lang="en-IN" sz="1600" b="0" i="0" dirty="0">
                <a:solidFill>
                  <a:srgbClr val="D1D5DB"/>
                </a:solidFill>
                <a:effectLst/>
                <a:latin typeface="Times New Roman" panose="02020603050405020304" pitchFamily="18" charset="0"/>
                <a:cs typeface="Times New Roman" panose="02020603050405020304" pitchFamily="18" charset="0"/>
              </a:rPr>
              <a:t>Our vision is to empower people to make informed decisions about their health and fitness by providing accurate and reliable calorie burn predictions. We believe that by leveraging the power of data science and machine learning, we can help people achieve their fitness goals more effectively and efficiently. </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4372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5EA378DD-B678-C4DE-C210-0F180412E3E7}"/>
              </a:ext>
            </a:extLst>
          </p:cNvPr>
          <p:cNvSpPr>
            <a:spLocks noGrp="1"/>
          </p:cNvSpPr>
          <p:nvPr>
            <p:ph type="title"/>
          </p:nvPr>
        </p:nvSpPr>
        <p:spPr>
          <a:xfrm>
            <a:off x="482205" y="585584"/>
            <a:ext cx="4508946" cy="1325563"/>
          </a:xfrm>
        </p:spPr>
        <p:txBody>
          <a:bodyPr anchor="b">
            <a:normAutofit/>
          </a:bodyPr>
          <a:lstStyle/>
          <a:p>
            <a:r>
              <a:rPr lang="en-US" b="1" i="1" dirty="0">
                <a:solidFill>
                  <a:schemeClr val="accent5">
                    <a:lumMod val="40000"/>
                    <a:lumOff val="60000"/>
                  </a:schemeClr>
                </a:solidFill>
                <a:latin typeface="Times New Roman" panose="02020603050405020304" pitchFamily="18" charset="0"/>
                <a:cs typeface="Times New Roman" panose="02020603050405020304" pitchFamily="18" charset="0"/>
              </a:rPr>
              <a:t>Project Design  </a:t>
            </a: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agram&#10;&#10;Description automatically generated">
            <a:extLst>
              <a:ext uri="{FF2B5EF4-FFF2-40B4-BE49-F238E27FC236}">
                <a16:creationId xmlns:a16="http://schemas.microsoft.com/office/drawing/2014/main" id="{311C74A4-598C-4D79-39E9-96457E6779A8}"/>
              </a:ext>
            </a:extLst>
          </p:cNvPr>
          <p:cNvPicPr>
            <a:picLocks noChangeAspect="1"/>
          </p:cNvPicPr>
          <p:nvPr/>
        </p:nvPicPr>
        <p:blipFill>
          <a:blip r:embed="rId2"/>
          <a:stretch>
            <a:fillRect/>
          </a:stretch>
        </p:blipFill>
        <p:spPr>
          <a:xfrm>
            <a:off x="1057275" y="2525044"/>
            <a:ext cx="9743825" cy="3875877"/>
          </a:xfrm>
          <a:prstGeom prst="rect">
            <a:avLst/>
          </a:prstGeom>
        </p:spPr>
      </p:pic>
    </p:spTree>
    <p:extLst>
      <p:ext uri="{BB962C8B-B14F-4D97-AF65-F5344CB8AC3E}">
        <p14:creationId xmlns:p14="http://schemas.microsoft.com/office/powerpoint/2010/main" val="220858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5EA378DD-B678-C4DE-C210-0F180412E3E7}"/>
              </a:ext>
            </a:extLst>
          </p:cNvPr>
          <p:cNvSpPr>
            <a:spLocks noGrp="1"/>
          </p:cNvSpPr>
          <p:nvPr>
            <p:ph type="title"/>
          </p:nvPr>
        </p:nvSpPr>
        <p:spPr>
          <a:xfrm>
            <a:off x="732576" y="193699"/>
            <a:ext cx="4508946" cy="1325563"/>
          </a:xfrm>
        </p:spPr>
        <p:txBody>
          <a:bodyPr anchor="b">
            <a:normAutofit/>
          </a:bodyPr>
          <a:lstStyle/>
          <a:p>
            <a:r>
              <a:rPr lang="en-US" b="1" i="1" dirty="0">
                <a:solidFill>
                  <a:schemeClr val="accent5">
                    <a:lumMod val="40000"/>
                    <a:lumOff val="60000"/>
                  </a:schemeClr>
                </a:solidFill>
                <a:latin typeface="Times New Roman" panose="02020603050405020304" pitchFamily="18" charset="0"/>
                <a:cs typeface="Times New Roman" panose="02020603050405020304" pitchFamily="18" charset="0"/>
              </a:rPr>
              <a:t>Project Design  </a:t>
            </a: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B25941C-02A6-A066-BAA7-08A7C59309DC}"/>
              </a:ext>
            </a:extLst>
          </p:cNvPr>
          <p:cNvSpPr txBox="1"/>
          <p:nvPr/>
        </p:nvSpPr>
        <p:spPr>
          <a:xfrm>
            <a:off x="860020" y="2076250"/>
            <a:ext cx="10961866" cy="4678204"/>
          </a:xfrm>
          <a:prstGeom prst="rect">
            <a:avLst/>
          </a:prstGeom>
          <a:noFill/>
        </p:spPr>
        <p:txBody>
          <a:bodyPr wrap="square" rtlCol="0">
            <a:spAutoFit/>
          </a:bodyPr>
          <a:lstStyle/>
          <a:p>
            <a:pPr algn="l">
              <a:buFont typeface="+mj-lt"/>
              <a:buAutoNum type="arabicPeriod"/>
            </a:pPr>
            <a:endParaRPr lang="en-IN" sz="1400" b="0" i="1" u="sng" dirty="0">
              <a:solidFill>
                <a:srgbClr val="D1D5DB"/>
              </a:solidFill>
              <a:effectLst/>
              <a:latin typeface="Söhne"/>
            </a:endParaRPr>
          </a:p>
          <a:p>
            <a:pPr algn="just">
              <a:buFont typeface="+mj-lt"/>
              <a:buAutoNum type="arabicPeriod"/>
            </a:pPr>
            <a:r>
              <a:rPr lang="en-IN" b="0" i="1" u="sng" dirty="0">
                <a:solidFill>
                  <a:srgbClr val="D1D5DB"/>
                </a:solidFill>
                <a:effectLst/>
                <a:latin typeface="Times New Roman" panose="02020603050405020304" pitchFamily="18" charset="0"/>
                <a:cs typeface="Times New Roman" panose="02020603050405020304" pitchFamily="18" charset="0"/>
              </a:rPr>
              <a:t>Data Collection:</a:t>
            </a:r>
          </a:p>
          <a:p>
            <a:pPr marL="742950" lvl="1" indent="-285750" algn="just">
              <a:buFont typeface="Arial" panose="020B0604020202020204" pitchFamily="34" charset="0"/>
              <a:buChar char="•"/>
            </a:pPr>
            <a:r>
              <a:rPr lang="en-IN" b="0" i="0" dirty="0">
                <a:solidFill>
                  <a:srgbClr val="D1D5DB"/>
                </a:solidFill>
                <a:effectLst/>
                <a:latin typeface="Times New Roman" panose="02020603050405020304" pitchFamily="18" charset="0"/>
                <a:cs typeface="Times New Roman" panose="02020603050405020304" pitchFamily="18" charset="0"/>
              </a:rPr>
              <a:t>Collect the data on exercise and calories burned from the given link.</a:t>
            </a:r>
          </a:p>
          <a:p>
            <a:pPr marL="742950" lvl="1" indent="-285750" algn="just">
              <a:buFont typeface="Arial" panose="020B0604020202020204" pitchFamily="34" charset="0"/>
              <a:buChar char="•"/>
            </a:pPr>
            <a:r>
              <a:rPr lang="en-IN" b="0" i="0" dirty="0">
                <a:solidFill>
                  <a:srgbClr val="D1D5DB"/>
                </a:solidFill>
                <a:effectLst/>
                <a:latin typeface="Times New Roman" panose="02020603050405020304" pitchFamily="18" charset="0"/>
                <a:cs typeface="Times New Roman" panose="02020603050405020304" pitchFamily="18" charset="0"/>
              </a:rPr>
              <a:t>Load the data into a pandas data frame.</a:t>
            </a:r>
          </a:p>
          <a:p>
            <a:pPr marL="742950" lvl="1" indent="-285750" algn="just">
              <a:buFont typeface="Arial" panose="020B0604020202020204" pitchFamily="34" charset="0"/>
              <a:buChar char="•"/>
            </a:pPr>
            <a:endParaRPr lang="en-IN" b="0" i="0" dirty="0">
              <a:solidFill>
                <a:srgbClr val="D1D5DB"/>
              </a:solidFill>
              <a:effectLst/>
              <a:latin typeface="Times New Roman" panose="02020603050405020304" pitchFamily="18" charset="0"/>
              <a:cs typeface="Times New Roman" panose="02020603050405020304" pitchFamily="18" charset="0"/>
            </a:endParaRPr>
          </a:p>
          <a:p>
            <a:pPr algn="just">
              <a:buFont typeface="+mj-lt"/>
              <a:buAutoNum type="arabicPeriod"/>
            </a:pPr>
            <a:r>
              <a:rPr lang="en-IN" b="0" i="1" u="sng" dirty="0">
                <a:solidFill>
                  <a:srgbClr val="D1D5DB"/>
                </a:solidFill>
                <a:effectLst/>
                <a:latin typeface="Times New Roman" panose="02020603050405020304" pitchFamily="18" charset="0"/>
                <a:cs typeface="Times New Roman" panose="02020603050405020304" pitchFamily="18" charset="0"/>
              </a:rPr>
              <a:t>Exploratory Data Analysis (EDA):</a:t>
            </a:r>
          </a:p>
          <a:p>
            <a:pPr marL="742950" lvl="1" indent="-285750" algn="just">
              <a:buFont typeface="Arial" panose="020B0604020202020204" pitchFamily="34" charset="0"/>
              <a:buChar char="•"/>
            </a:pPr>
            <a:r>
              <a:rPr lang="en-IN" b="0" i="0" dirty="0">
                <a:solidFill>
                  <a:srgbClr val="D1D5DB"/>
                </a:solidFill>
                <a:effectLst/>
                <a:latin typeface="Times New Roman" panose="02020603050405020304" pitchFamily="18" charset="0"/>
                <a:cs typeface="Times New Roman" panose="02020603050405020304" pitchFamily="18" charset="0"/>
              </a:rPr>
              <a:t>Perform EDA to understand the data and identify any issues or anomalies.</a:t>
            </a:r>
          </a:p>
          <a:p>
            <a:pPr marL="742950" lvl="1" indent="-285750" algn="just">
              <a:buFont typeface="Arial" panose="020B0604020202020204" pitchFamily="34" charset="0"/>
              <a:buChar char="•"/>
            </a:pPr>
            <a:r>
              <a:rPr lang="en-IN" b="0" i="0" dirty="0">
                <a:solidFill>
                  <a:srgbClr val="D1D5DB"/>
                </a:solidFill>
                <a:effectLst/>
                <a:latin typeface="Times New Roman" panose="02020603050405020304" pitchFamily="18" charset="0"/>
                <a:cs typeface="Times New Roman" panose="02020603050405020304" pitchFamily="18" charset="0"/>
              </a:rPr>
              <a:t>Check for missing values and handle them appropriately.</a:t>
            </a:r>
          </a:p>
          <a:p>
            <a:pPr marL="742950" lvl="1" indent="-285750" algn="just">
              <a:buFont typeface="Arial" panose="020B0604020202020204" pitchFamily="34" charset="0"/>
              <a:buChar char="•"/>
            </a:pPr>
            <a:r>
              <a:rPr lang="en-IN" b="0" i="0" dirty="0">
                <a:solidFill>
                  <a:srgbClr val="D1D5DB"/>
                </a:solidFill>
                <a:effectLst/>
                <a:latin typeface="Times New Roman" panose="02020603050405020304" pitchFamily="18" charset="0"/>
                <a:cs typeface="Times New Roman" panose="02020603050405020304" pitchFamily="18" charset="0"/>
              </a:rPr>
              <a:t>Identify and handle outliers using boxplots and scatterplots.</a:t>
            </a:r>
          </a:p>
          <a:p>
            <a:pPr marL="742950" lvl="1" indent="-285750" algn="just">
              <a:buFont typeface="Arial" panose="020B0604020202020204" pitchFamily="34" charset="0"/>
              <a:buChar char="•"/>
            </a:pPr>
            <a:r>
              <a:rPr lang="en-IN" b="0" i="0" dirty="0">
                <a:solidFill>
                  <a:srgbClr val="D1D5DB"/>
                </a:solidFill>
                <a:effectLst/>
                <a:latin typeface="Times New Roman" panose="02020603050405020304" pitchFamily="18" charset="0"/>
                <a:cs typeface="Times New Roman" panose="02020603050405020304" pitchFamily="18" charset="0"/>
              </a:rPr>
              <a:t>Check for zero correlation between variables and remove them.</a:t>
            </a:r>
          </a:p>
          <a:p>
            <a:pPr marL="742950" lvl="1" indent="-285750" algn="just">
              <a:buFont typeface="Arial" panose="020B0604020202020204" pitchFamily="34" charset="0"/>
              <a:buChar char="•"/>
            </a:pPr>
            <a:r>
              <a:rPr lang="en-IN" b="0" i="0" dirty="0">
                <a:solidFill>
                  <a:srgbClr val="D1D5DB"/>
                </a:solidFill>
                <a:effectLst/>
                <a:latin typeface="Times New Roman" panose="02020603050405020304" pitchFamily="18" charset="0"/>
                <a:cs typeface="Times New Roman" panose="02020603050405020304" pitchFamily="18" charset="0"/>
              </a:rPr>
              <a:t>Visualize the data using plots and histograms to get insights.</a:t>
            </a:r>
          </a:p>
          <a:p>
            <a:pPr marL="742950" lvl="1" indent="-285750" algn="just">
              <a:buFont typeface="Arial" panose="020B0604020202020204" pitchFamily="34" charset="0"/>
              <a:buChar char="•"/>
            </a:pPr>
            <a:endParaRPr lang="en-IN" b="0" i="0" dirty="0">
              <a:solidFill>
                <a:srgbClr val="D1D5DB"/>
              </a:solidFill>
              <a:effectLst/>
              <a:latin typeface="Times New Roman" panose="02020603050405020304" pitchFamily="18" charset="0"/>
              <a:cs typeface="Times New Roman" panose="02020603050405020304" pitchFamily="18" charset="0"/>
            </a:endParaRPr>
          </a:p>
          <a:p>
            <a:pPr algn="just">
              <a:buFont typeface="+mj-lt"/>
              <a:buAutoNum type="arabicPeriod"/>
            </a:pPr>
            <a:r>
              <a:rPr lang="en-IN" b="0" i="1" u="sng" dirty="0">
                <a:solidFill>
                  <a:srgbClr val="D1D5DB"/>
                </a:solidFill>
                <a:effectLst/>
                <a:latin typeface="Times New Roman" panose="02020603050405020304" pitchFamily="18" charset="0"/>
                <a:cs typeface="Times New Roman" panose="02020603050405020304" pitchFamily="18" charset="0"/>
              </a:rPr>
              <a:t>Data Processing and Feature Engineering:</a:t>
            </a:r>
          </a:p>
          <a:p>
            <a:pPr marL="742950" lvl="1" indent="-285750" algn="just">
              <a:buFont typeface="Arial" panose="020B0604020202020204" pitchFamily="34" charset="0"/>
              <a:buChar char="•"/>
            </a:pPr>
            <a:r>
              <a:rPr lang="en-IN" b="0" i="0" dirty="0">
                <a:solidFill>
                  <a:srgbClr val="D1D5DB"/>
                </a:solidFill>
                <a:effectLst/>
                <a:latin typeface="Times New Roman" panose="02020603050405020304" pitchFamily="18" charset="0"/>
                <a:cs typeface="Times New Roman" panose="02020603050405020304" pitchFamily="18" charset="0"/>
              </a:rPr>
              <a:t>Prepare the data for modelling by performing feature engineering and data processing.</a:t>
            </a:r>
          </a:p>
          <a:p>
            <a:pPr marL="742950" lvl="1" indent="-285750" algn="just">
              <a:buFont typeface="Arial" panose="020B0604020202020204" pitchFamily="34" charset="0"/>
              <a:buChar char="•"/>
            </a:pPr>
            <a:r>
              <a:rPr lang="en-IN" b="0" i="0" dirty="0">
                <a:solidFill>
                  <a:srgbClr val="D1D5DB"/>
                </a:solidFill>
                <a:effectLst/>
                <a:latin typeface="Times New Roman" panose="02020603050405020304" pitchFamily="18" charset="0"/>
                <a:cs typeface="Times New Roman" panose="02020603050405020304" pitchFamily="18" charset="0"/>
              </a:rPr>
              <a:t>Remove the user id column as it does not provide any value for the model.</a:t>
            </a:r>
          </a:p>
          <a:p>
            <a:pPr marL="742950" lvl="1" indent="-285750" algn="just">
              <a:buFont typeface="Arial" panose="020B0604020202020204" pitchFamily="34" charset="0"/>
              <a:buChar char="•"/>
            </a:pPr>
            <a:r>
              <a:rPr lang="en-IN" b="0" i="0" dirty="0">
                <a:solidFill>
                  <a:srgbClr val="D1D5DB"/>
                </a:solidFill>
                <a:effectLst/>
                <a:latin typeface="Times New Roman" panose="02020603050405020304" pitchFamily="18" charset="0"/>
                <a:cs typeface="Times New Roman" panose="02020603050405020304" pitchFamily="18" charset="0"/>
              </a:rPr>
              <a:t>Normalize the data using log square root transformation.</a:t>
            </a:r>
          </a:p>
          <a:p>
            <a:pPr lvl="1" algn="l"/>
            <a:endParaRPr lang="en-IN" sz="1400" b="0" i="0" dirty="0">
              <a:solidFill>
                <a:srgbClr val="D1D5DB"/>
              </a:solidFill>
              <a:effectLst/>
              <a:latin typeface="Söhne"/>
            </a:endParaRPr>
          </a:p>
        </p:txBody>
      </p:sp>
    </p:spTree>
    <p:extLst>
      <p:ext uri="{BB962C8B-B14F-4D97-AF65-F5344CB8AC3E}">
        <p14:creationId xmlns:p14="http://schemas.microsoft.com/office/powerpoint/2010/main" val="3375408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3CED38-E46D-880C-C85F-CEF5B233B678}"/>
              </a:ext>
            </a:extLst>
          </p:cNvPr>
          <p:cNvSpPr txBox="1"/>
          <p:nvPr/>
        </p:nvSpPr>
        <p:spPr>
          <a:xfrm>
            <a:off x="468086" y="1480456"/>
            <a:ext cx="11255828" cy="4370427"/>
          </a:xfrm>
          <a:prstGeom prst="rect">
            <a:avLst/>
          </a:prstGeom>
          <a:noFill/>
        </p:spPr>
        <p:txBody>
          <a:bodyPr wrap="square" rtlCol="0">
            <a:spAutoFit/>
          </a:bodyPr>
          <a:lstStyle/>
          <a:p>
            <a:pPr marL="742950" lvl="1" indent="-285750" algn="just">
              <a:buFont typeface="Arial" panose="020B0604020202020204" pitchFamily="34" charset="0"/>
              <a:buChar char="•"/>
            </a:pPr>
            <a:r>
              <a:rPr lang="en-IN" sz="2000" b="0" i="0" dirty="0">
                <a:solidFill>
                  <a:srgbClr val="D1D5DB"/>
                </a:solidFill>
                <a:effectLst/>
                <a:latin typeface="Times New Roman" panose="02020603050405020304" pitchFamily="18" charset="0"/>
                <a:cs typeface="Times New Roman" panose="02020603050405020304" pitchFamily="18" charset="0"/>
              </a:rPr>
              <a:t>Perform scaling using Min-Max and Max Absolute methods.</a:t>
            </a:r>
          </a:p>
          <a:p>
            <a:pPr marL="742950" lvl="1" indent="-285750" algn="just">
              <a:buFont typeface="Arial" panose="020B0604020202020204" pitchFamily="34" charset="0"/>
              <a:buChar char="•"/>
            </a:pPr>
            <a:r>
              <a:rPr lang="en-IN" sz="2000" b="0" i="0" dirty="0">
                <a:solidFill>
                  <a:srgbClr val="D1D5DB"/>
                </a:solidFill>
                <a:effectLst/>
                <a:latin typeface="Times New Roman" panose="02020603050405020304" pitchFamily="18" charset="0"/>
                <a:cs typeface="Times New Roman" panose="02020603050405020304" pitchFamily="18" charset="0"/>
              </a:rPr>
              <a:t>Compute the correlation matrix and identify highly correlated features for feature selection.</a:t>
            </a:r>
          </a:p>
          <a:p>
            <a:pPr algn="just"/>
            <a:endParaRPr lang="en-IN" sz="2000" b="0" i="1" u="sng" dirty="0">
              <a:solidFill>
                <a:srgbClr val="D1D5DB"/>
              </a:solidFill>
              <a:effectLst/>
              <a:latin typeface="Times New Roman" panose="02020603050405020304" pitchFamily="18" charset="0"/>
              <a:cs typeface="Times New Roman" panose="02020603050405020304" pitchFamily="18" charset="0"/>
            </a:endParaRPr>
          </a:p>
          <a:p>
            <a:pPr algn="just"/>
            <a:r>
              <a:rPr lang="en-IN" sz="2000" b="0" i="1" u="sng" dirty="0">
                <a:solidFill>
                  <a:srgbClr val="D1D5DB"/>
                </a:solidFill>
                <a:effectLst/>
                <a:latin typeface="Times New Roman" panose="02020603050405020304" pitchFamily="18" charset="0"/>
                <a:cs typeface="Times New Roman" panose="02020603050405020304" pitchFamily="18" charset="0"/>
              </a:rPr>
              <a:t>4. Model Building:</a:t>
            </a:r>
          </a:p>
          <a:p>
            <a:pPr marL="742950" lvl="1" indent="-285750" algn="just">
              <a:buFont typeface="Arial" panose="020B0604020202020204" pitchFamily="34" charset="0"/>
              <a:buChar char="•"/>
            </a:pPr>
            <a:r>
              <a:rPr lang="en-IN" sz="2000" b="0" i="0" dirty="0">
                <a:solidFill>
                  <a:srgbClr val="D1D5DB"/>
                </a:solidFill>
                <a:effectLst/>
                <a:latin typeface="Times New Roman" panose="02020603050405020304" pitchFamily="18" charset="0"/>
                <a:cs typeface="Times New Roman" panose="02020603050405020304" pitchFamily="18" charset="0"/>
              </a:rPr>
              <a:t>Build a model and split the data into training and testing sets.</a:t>
            </a:r>
          </a:p>
          <a:p>
            <a:pPr marL="742950" lvl="1" indent="-285750" algn="just">
              <a:buFont typeface="Arial" panose="020B0604020202020204" pitchFamily="34" charset="0"/>
              <a:buChar char="•"/>
            </a:pPr>
            <a:r>
              <a:rPr lang="en-IN" sz="2000" b="0" i="0" dirty="0">
                <a:solidFill>
                  <a:srgbClr val="D1D5DB"/>
                </a:solidFill>
                <a:effectLst/>
                <a:latin typeface="Times New Roman" panose="02020603050405020304" pitchFamily="18" charset="0"/>
                <a:cs typeface="Times New Roman" panose="02020603050405020304" pitchFamily="18" charset="0"/>
              </a:rPr>
              <a:t>Train the model using regression techniques like Linear Regression, Ridge Regression, Lasso Regression. Evaluate the performance of the model using R squared and adjust the model as necessary.</a:t>
            </a:r>
          </a:p>
          <a:p>
            <a:pPr marL="742950" lvl="1" indent="-285750" algn="just">
              <a:buFont typeface="Arial" panose="020B0604020202020204" pitchFamily="34" charset="0"/>
              <a:buChar char="•"/>
            </a:pPr>
            <a:r>
              <a:rPr lang="en-IN" sz="2000" b="0" i="0" dirty="0">
                <a:solidFill>
                  <a:srgbClr val="D1D5DB"/>
                </a:solidFill>
                <a:effectLst/>
                <a:latin typeface="Times New Roman" panose="02020603050405020304" pitchFamily="18" charset="0"/>
                <a:cs typeface="Times New Roman" panose="02020603050405020304" pitchFamily="18" charset="0"/>
              </a:rPr>
              <a:t>Identify the most important features using the regressor coefficients.</a:t>
            </a:r>
          </a:p>
          <a:p>
            <a:pPr marL="742950" lvl="1" indent="-285750" algn="just">
              <a:buFont typeface="Arial" panose="020B0604020202020204" pitchFamily="34" charset="0"/>
              <a:buChar char="•"/>
            </a:pPr>
            <a:endParaRPr lang="en-IN" sz="2000" b="0" i="0" dirty="0">
              <a:solidFill>
                <a:srgbClr val="D1D5DB"/>
              </a:solidFill>
              <a:effectLst/>
              <a:latin typeface="Times New Roman" panose="02020603050405020304" pitchFamily="18" charset="0"/>
              <a:cs typeface="Times New Roman" panose="02020603050405020304" pitchFamily="18" charset="0"/>
            </a:endParaRPr>
          </a:p>
          <a:p>
            <a:pPr algn="just"/>
            <a:r>
              <a:rPr lang="en-IN" sz="2000" b="0" i="0" dirty="0">
                <a:solidFill>
                  <a:srgbClr val="D1D5DB"/>
                </a:solidFill>
                <a:effectLst/>
                <a:latin typeface="Times New Roman" panose="02020603050405020304" pitchFamily="18" charset="0"/>
                <a:cs typeface="Times New Roman" panose="02020603050405020304" pitchFamily="18" charset="0"/>
              </a:rPr>
              <a:t>5. </a:t>
            </a:r>
            <a:r>
              <a:rPr lang="en-IN" sz="2000" b="0" i="1" u="sng" dirty="0">
                <a:solidFill>
                  <a:srgbClr val="D1D5DB"/>
                </a:solidFill>
                <a:effectLst/>
                <a:latin typeface="Times New Roman" panose="02020603050405020304" pitchFamily="18" charset="0"/>
                <a:cs typeface="Times New Roman" panose="02020603050405020304" pitchFamily="18" charset="0"/>
              </a:rPr>
              <a:t>Model Deployment:</a:t>
            </a:r>
          </a:p>
          <a:p>
            <a:pPr marL="742950" lvl="1" indent="-285750" algn="just">
              <a:buFont typeface="Arial" panose="020B0604020202020204" pitchFamily="34" charset="0"/>
              <a:buChar char="•"/>
            </a:pPr>
            <a:r>
              <a:rPr lang="en-IN" sz="2000" b="0" i="0" dirty="0">
                <a:solidFill>
                  <a:srgbClr val="D1D5DB"/>
                </a:solidFill>
                <a:effectLst/>
                <a:latin typeface="Times New Roman" panose="02020603050405020304" pitchFamily="18" charset="0"/>
                <a:cs typeface="Times New Roman" panose="02020603050405020304" pitchFamily="18" charset="0"/>
              </a:rPr>
              <a:t>Deploy the model to a production environment for use by end-users.</a:t>
            </a:r>
          </a:p>
          <a:p>
            <a:pPr marL="742950" lvl="1" indent="-285750" algn="just">
              <a:buFont typeface="Arial" panose="020B0604020202020204" pitchFamily="34" charset="0"/>
              <a:buChar char="•"/>
            </a:pPr>
            <a:r>
              <a:rPr lang="en-IN" sz="2000" b="0" i="0" dirty="0">
                <a:solidFill>
                  <a:srgbClr val="D1D5DB"/>
                </a:solidFill>
                <a:effectLst/>
                <a:latin typeface="Times New Roman" panose="02020603050405020304" pitchFamily="18" charset="0"/>
                <a:cs typeface="Times New Roman" panose="02020603050405020304" pitchFamily="18" charset="0"/>
              </a:rPr>
              <a:t>Provide instructions for using the model and the appropriate input data format.</a:t>
            </a:r>
          </a:p>
          <a:p>
            <a:endParaRPr lang="en-US" dirty="0"/>
          </a:p>
        </p:txBody>
      </p:sp>
      <p:sp>
        <p:nvSpPr>
          <p:cNvPr id="4" name="TextBox 3">
            <a:extLst>
              <a:ext uri="{FF2B5EF4-FFF2-40B4-BE49-F238E27FC236}">
                <a16:creationId xmlns:a16="http://schemas.microsoft.com/office/drawing/2014/main" id="{F035C217-8764-B087-6162-B7D6D3955166}"/>
              </a:ext>
            </a:extLst>
          </p:cNvPr>
          <p:cNvSpPr txBox="1"/>
          <p:nvPr/>
        </p:nvSpPr>
        <p:spPr>
          <a:xfrm>
            <a:off x="468086" y="514674"/>
            <a:ext cx="8044542" cy="769441"/>
          </a:xfrm>
          <a:prstGeom prst="rect">
            <a:avLst/>
          </a:prstGeom>
          <a:noFill/>
        </p:spPr>
        <p:txBody>
          <a:bodyPr wrap="square" rtlCol="0">
            <a:spAutoFit/>
          </a:bodyPr>
          <a:lstStyle/>
          <a:p>
            <a:r>
              <a:rPr lang="en-US" sz="4400" b="1" i="1" dirty="0">
                <a:solidFill>
                  <a:schemeClr val="accent5">
                    <a:lumMod val="40000"/>
                    <a:lumOff val="60000"/>
                  </a:schemeClr>
                </a:solidFill>
                <a:latin typeface="Times New Roman" panose="02020603050405020304" pitchFamily="18" charset="0"/>
                <a:cs typeface="Times New Roman" panose="02020603050405020304" pitchFamily="18" charset="0"/>
              </a:rPr>
              <a:t>Continued… </a:t>
            </a:r>
            <a:endParaRPr lang="en-US" sz="4400" i="1" dirty="0"/>
          </a:p>
        </p:txBody>
      </p:sp>
    </p:spTree>
    <p:extLst>
      <p:ext uri="{BB962C8B-B14F-4D97-AF65-F5344CB8AC3E}">
        <p14:creationId xmlns:p14="http://schemas.microsoft.com/office/powerpoint/2010/main" val="2879307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754076E5-5E09-5F0A-CAA4-D7535EEC14EC}"/>
              </a:ext>
            </a:extLst>
          </p:cNvPr>
          <p:cNvSpPr>
            <a:spLocks noGrp="1"/>
          </p:cNvSpPr>
          <p:nvPr>
            <p:ph type="title"/>
          </p:nvPr>
        </p:nvSpPr>
        <p:spPr>
          <a:xfrm>
            <a:off x="226742" y="700777"/>
            <a:ext cx="6086673" cy="1325563"/>
          </a:xfrm>
        </p:spPr>
        <p:txBody>
          <a:bodyPr anchor="b">
            <a:normAutofit fontScale="90000"/>
          </a:bodyPr>
          <a:lstStyle/>
          <a:p>
            <a:r>
              <a:rPr lang="en-US" b="1" i="1" dirty="0">
                <a:solidFill>
                  <a:schemeClr val="accent1">
                    <a:lumMod val="40000"/>
                    <a:lumOff val="60000"/>
                  </a:schemeClr>
                </a:solidFill>
                <a:latin typeface="Times New Roman" panose="02020603050405020304" pitchFamily="18" charset="0"/>
                <a:cs typeface="Times New Roman" panose="02020603050405020304" pitchFamily="18" charset="0"/>
              </a:rPr>
              <a:t>EDA</a:t>
            </a:r>
            <a:br>
              <a:rPr lang="en-US" b="1" i="1" dirty="0">
                <a:solidFill>
                  <a:schemeClr val="accent1">
                    <a:lumMod val="40000"/>
                    <a:lumOff val="60000"/>
                  </a:schemeClr>
                </a:solidFill>
                <a:latin typeface="Times New Roman" panose="02020603050405020304" pitchFamily="18" charset="0"/>
                <a:cs typeface="Times New Roman" panose="02020603050405020304" pitchFamily="18" charset="0"/>
              </a:rPr>
            </a:br>
            <a:r>
              <a:rPr lang="en-US" b="1" i="1" dirty="0">
                <a:solidFill>
                  <a:schemeClr val="accent1">
                    <a:lumMod val="40000"/>
                    <a:lumOff val="60000"/>
                  </a:schemeClr>
                </a:solidFill>
                <a:latin typeface="Times New Roman" panose="02020603050405020304" pitchFamily="18" charset="0"/>
                <a:cs typeface="Times New Roman" panose="02020603050405020304" pitchFamily="18" charset="0"/>
              </a:rPr>
              <a:t>(</a:t>
            </a:r>
            <a:r>
              <a:rPr lang="en-IN" b="1" i="1" dirty="0">
                <a:solidFill>
                  <a:schemeClr val="accent1">
                    <a:lumMod val="40000"/>
                    <a:lumOff val="60000"/>
                  </a:schemeClr>
                </a:solidFill>
                <a:effectLst/>
                <a:latin typeface="Times New Roman" panose="02020603050405020304" pitchFamily="18" charset="0"/>
                <a:cs typeface="Times New Roman" panose="02020603050405020304" pitchFamily="18" charset="0"/>
              </a:rPr>
              <a:t>Exploratory Data Analysis)</a:t>
            </a:r>
            <a:endParaRPr lang="en-US" b="1" i="1" dirty="0">
              <a:solidFill>
                <a:schemeClr val="accent1">
                  <a:lumMod val="40000"/>
                  <a:lumOff val="60000"/>
                </a:schemeClr>
              </a:solidFill>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picture containing chart&#10;&#10;Description automatically generated">
            <a:extLst>
              <a:ext uri="{FF2B5EF4-FFF2-40B4-BE49-F238E27FC236}">
                <a16:creationId xmlns:a16="http://schemas.microsoft.com/office/drawing/2014/main" id="{64F02A3C-306F-5D32-7D54-1D2847B07D2E}"/>
              </a:ext>
            </a:extLst>
          </p:cNvPr>
          <p:cNvPicPr>
            <a:picLocks noGrp="1" noChangeAspect="1"/>
          </p:cNvPicPr>
          <p:nvPr>
            <p:ph idx="1"/>
          </p:nvPr>
        </p:nvPicPr>
        <p:blipFill>
          <a:blip r:embed="rId2"/>
          <a:stretch>
            <a:fillRect/>
          </a:stretch>
        </p:blipFill>
        <p:spPr>
          <a:xfrm>
            <a:off x="436339" y="3403029"/>
            <a:ext cx="5538406" cy="2824148"/>
          </a:xfrm>
        </p:spPr>
      </p:pic>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icture containing tree, colorful&#10;&#10;Description automatically generated">
            <a:extLst>
              <a:ext uri="{FF2B5EF4-FFF2-40B4-BE49-F238E27FC236}">
                <a16:creationId xmlns:a16="http://schemas.microsoft.com/office/drawing/2014/main" id="{A412FE86-00EF-E828-4201-F7BD17C4497D}"/>
              </a:ext>
            </a:extLst>
          </p:cNvPr>
          <p:cNvPicPr>
            <a:picLocks noChangeAspect="1"/>
          </p:cNvPicPr>
          <p:nvPr/>
        </p:nvPicPr>
        <p:blipFill>
          <a:blip r:embed="rId3"/>
          <a:stretch>
            <a:fillRect/>
          </a:stretch>
        </p:blipFill>
        <p:spPr>
          <a:xfrm>
            <a:off x="6746485" y="1363558"/>
            <a:ext cx="5218771" cy="1756124"/>
          </a:xfrm>
          <a:prstGeom prst="rect">
            <a:avLst/>
          </a:prstGeom>
        </p:spPr>
      </p:pic>
      <p:pic>
        <p:nvPicPr>
          <p:cNvPr id="11" name="Picture 10" descr="A screenshot of a computer&#10;&#10;Description automatically generated with medium confidence">
            <a:extLst>
              <a:ext uri="{FF2B5EF4-FFF2-40B4-BE49-F238E27FC236}">
                <a16:creationId xmlns:a16="http://schemas.microsoft.com/office/drawing/2014/main" id="{6B2989CF-754E-72FD-D437-6D6D8D1AF80F}"/>
              </a:ext>
            </a:extLst>
          </p:cNvPr>
          <p:cNvPicPr>
            <a:picLocks noChangeAspect="1"/>
          </p:cNvPicPr>
          <p:nvPr/>
        </p:nvPicPr>
        <p:blipFill>
          <a:blip r:embed="rId4"/>
          <a:stretch>
            <a:fillRect/>
          </a:stretch>
        </p:blipFill>
        <p:spPr>
          <a:xfrm>
            <a:off x="6746485" y="4121504"/>
            <a:ext cx="5218771" cy="2105673"/>
          </a:xfrm>
          <a:prstGeom prst="rect">
            <a:avLst/>
          </a:prstGeom>
        </p:spPr>
      </p:pic>
      <p:sp>
        <p:nvSpPr>
          <p:cNvPr id="13" name="TextBox 12">
            <a:extLst>
              <a:ext uri="{FF2B5EF4-FFF2-40B4-BE49-F238E27FC236}">
                <a16:creationId xmlns:a16="http://schemas.microsoft.com/office/drawing/2014/main" id="{2B159DF4-42AA-4760-FFF9-3E9A78F11125}"/>
              </a:ext>
            </a:extLst>
          </p:cNvPr>
          <p:cNvSpPr txBox="1"/>
          <p:nvPr/>
        </p:nvSpPr>
        <p:spPr>
          <a:xfrm>
            <a:off x="436339" y="2230244"/>
            <a:ext cx="5373446" cy="923330"/>
          </a:xfrm>
          <a:prstGeom prst="rect">
            <a:avLst/>
          </a:prstGeom>
          <a:noFill/>
        </p:spPr>
        <p:txBody>
          <a:bodyPr wrap="square" rtlCol="0">
            <a:spAutoFit/>
          </a:bodyPr>
          <a:lstStyle/>
          <a:p>
            <a:pPr algn="just"/>
            <a:r>
              <a:rPr lang="en-IN" b="0" i="0" dirty="0">
                <a:solidFill>
                  <a:srgbClr val="D1D5DB"/>
                </a:solidFill>
                <a:effectLst/>
                <a:latin typeface="Times New Roman" panose="02020603050405020304" pitchFamily="18" charset="0"/>
                <a:cs typeface="Times New Roman" panose="02020603050405020304" pitchFamily="18" charset="0"/>
              </a:rPr>
              <a:t>EDA helps in understanding the data, identifying patterns, relationships, and anomalies, and ultimately in making better decisions.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653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4316DEF1-4129-6B86-D6E3-30508D378C4C}"/>
              </a:ext>
            </a:extLst>
          </p:cNvPr>
          <p:cNvSpPr>
            <a:spLocks noGrp="1"/>
          </p:cNvSpPr>
          <p:nvPr>
            <p:ph type="title"/>
          </p:nvPr>
        </p:nvSpPr>
        <p:spPr>
          <a:xfrm>
            <a:off x="838200" y="669926"/>
            <a:ext cx="6091238" cy="1006474"/>
          </a:xfrm>
        </p:spPr>
        <p:txBody>
          <a:bodyPr anchor="b">
            <a:normAutofit/>
          </a:bodyPr>
          <a:lstStyle/>
          <a:p>
            <a:r>
              <a:rPr lang="en-US" b="1" i="1" dirty="0">
                <a:solidFill>
                  <a:schemeClr val="accent1">
                    <a:lumMod val="40000"/>
                    <a:lumOff val="60000"/>
                  </a:schemeClr>
                </a:solidFill>
                <a:latin typeface="Times New Roman" panose="02020603050405020304" pitchFamily="18" charset="0"/>
                <a:cs typeface="Times New Roman" panose="02020603050405020304" pitchFamily="18" charset="0"/>
              </a:rPr>
              <a:t>Feature Engineering</a:t>
            </a: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Content Placeholder 4" descr="Graphical user interface, text, application&#10;&#10;Description automatically generated">
            <a:extLst>
              <a:ext uri="{FF2B5EF4-FFF2-40B4-BE49-F238E27FC236}">
                <a16:creationId xmlns:a16="http://schemas.microsoft.com/office/drawing/2014/main" id="{05C60EA8-E1D9-E32D-6D45-A393C45AF079}"/>
              </a:ext>
            </a:extLst>
          </p:cNvPr>
          <p:cNvPicPr>
            <a:picLocks noGrp="1" noChangeAspect="1"/>
          </p:cNvPicPr>
          <p:nvPr>
            <p:ph idx="1"/>
          </p:nvPr>
        </p:nvPicPr>
        <p:blipFill>
          <a:blip r:embed="rId2"/>
          <a:stretch>
            <a:fillRect/>
          </a:stretch>
        </p:blipFill>
        <p:spPr>
          <a:xfrm>
            <a:off x="547263" y="2472149"/>
            <a:ext cx="6382174" cy="3824850"/>
          </a:xfrm>
        </p:spPr>
      </p:pic>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A6EF5F6-D514-93BD-1F82-5C4C748621D6}"/>
              </a:ext>
            </a:extLst>
          </p:cNvPr>
          <p:cNvSpPr txBox="1"/>
          <p:nvPr/>
        </p:nvSpPr>
        <p:spPr>
          <a:xfrm>
            <a:off x="7250645" y="1676400"/>
            <a:ext cx="4493941" cy="4308872"/>
          </a:xfrm>
          <a:prstGeom prst="rect">
            <a:avLst/>
          </a:prstGeom>
          <a:noFill/>
        </p:spPr>
        <p:txBody>
          <a:bodyPr wrap="square" rtlCol="0">
            <a:spAutoFit/>
          </a:bodyPr>
          <a:lstStyle/>
          <a:p>
            <a:pPr marL="285750" indent="-285750" algn="just">
              <a:buFont typeface="Arial" panose="020B0604020202020204" pitchFamily="34" charset="0"/>
              <a:buChar char="•"/>
            </a:pPr>
            <a:r>
              <a:rPr lang="en-IN" sz="1600" b="0" i="0" dirty="0">
                <a:solidFill>
                  <a:srgbClr val="D1D5DB"/>
                </a:solidFill>
                <a:effectLst/>
                <a:latin typeface="Times New Roman" panose="02020603050405020304" pitchFamily="18" charset="0"/>
                <a:cs typeface="Times New Roman" panose="02020603050405020304" pitchFamily="18" charset="0"/>
              </a:rPr>
              <a:t>Feature engineering involves transforming raw data into a format that can be easily understood by a machine learning algorithm. </a:t>
            </a:r>
          </a:p>
          <a:p>
            <a:pPr marL="285750" indent="-285750" algn="just">
              <a:buFont typeface="Arial" panose="020B0604020202020204" pitchFamily="34" charset="0"/>
              <a:buChar char="•"/>
            </a:pPr>
            <a:endParaRPr lang="en-IN" sz="1600" b="0" i="0" dirty="0">
              <a:solidFill>
                <a:srgbClr val="D1D5DB"/>
              </a:solidFill>
              <a:effectLst/>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600" b="0" i="0" dirty="0">
                <a:solidFill>
                  <a:srgbClr val="D1D5DB"/>
                </a:solidFill>
                <a:effectLst/>
                <a:latin typeface="Times New Roman" panose="02020603050405020304" pitchFamily="18" charset="0"/>
                <a:cs typeface="Times New Roman" panose="02020603050405020304" pitchFamily="18" charset="0"/>
              </a:rPr>
              <a:t>The goal of feature engineering is to make the machine learning model more effective by providing it with more relevant and informative input features. Good feature engineering can lead to improved model accuracy, reduced overfitting, and faster model training times</a:t>
            </a:r>
          </a:p>
          <a:p>
            <a:pPr marL="285750" indent="-285750" algn="just">
              <a:buFont typeface="Arial" panose="020B0604020202020204" pitchFamily="34" charset="0"/>
              <a:buChar char="•"/>
            </a:pPr>
            <a:endParaRPr lang="en-IN" sz="1600" dirty="0">
              <a:solidFill>
                <a:srgbClr val="D1D5DB"/>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600" b="0" i="0" dirty="0">
                <a:solidFill>
                  <a:srgbClr val="D1D5DB"/>
                </a:solidFill>
                <a:effectLst/>
                <a:latin typeface="Times New Roman" panose="02020603050405020304" pitchFamily="18" charset="0"/>
                <a:cs typeface="Times New Roman" panose="02020603050405020304" pitchFamily="18" charset="0"/>
              </a:rPr>
              <a:t>In the context of the calories prediction using exercise project, it can help us to extract meaningful information from the data and create new features that are more relevant to the prediction task.</a:t>
            </a:r>
          </a:p>
          <a:p>
            <a:endParaRPr lang="en-US" dirty="0"/>
          </a:p>
        </p:txBody>
      </p:sp>
    </p:spTree>
    <p:extLst>
      <p:ext uri="{BB962C8B-B14F-4D97-AF65-F5344CB8AC3E}">
        <p14:creationId xmlns:p14="http://schemas.microsoft.com/office/powerpoint/2010/main" val="2844976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99F52A5C-3726-B6DC-F075-C84A027517EB}"/>
              </a:ext>
            </a:extLst>
          </p:cNvPr>
          <p:cNvSpPr>
            <a:spLocks noGrp="1"/>
          </p:cNvSpPr>
          <p:nvPr>
            <p:ph type="title"/>
          </p:nvPr>
        </p:nvSpPr>
        <p:spPr>
          <a:xfrm>
            <a:off x="626327" y="417786"/>
            <a:ext cx="4508946" cy="1325563"/>
          </a:xfrm>
        </p:spPr>
        <p:txBody>
          <a:bodyPr anchor="b">
            <a:normAutofit/>
          </a:bodyPr>
          <a:lstStyle/>
          <a:p>
            <a:r>
              <a:rPr lang="en-US" b="1" i="1" dirty="0">
                <a:solidFill>
                  <a:schemeClr val="accent1">
                    <a:lumMod val="40000"/>
                    <a:lumOff val="60000"/>
                  </a:schemeClr>
                </a:solidFill>
                <a:latin typeface="Times New Roman" panose="02020603050405020304" pitchFamily="18" charset="0"/>
                <a:cs typeface="Times New Roman" panose="02020603050405020304" pitchFamily="18" charset="0"/>
              </a:rPr>
              <a:t>Data Preprocessing</a:t>
            </a: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E3C3C8D-006A-67AD-D76B-8C3B7D666A6E}"/>
              </a:ext>
            </a:extLst>
          </p:cNvPr>
          <p:cNvSpPr>
            <a:spLocks noGrp="1"/>
          </p:cNvSpPr>
          <p:nvPr>
            <p:ph idx="1"/>
          </p:nvPr>
        </p:nvSpPr>
        <p:spPr>
          <a:xfrm>
            <a:off x="585687" y="2492255"/>
            <a:ext cx="11020626" cy="3621737"/>
          </a:xfrm>
        </p:spPr>
        <p:txBody>
          <a:bodyPr>
            <a:normAutofit fontScale="55000" lnSpcReduction="20000"/>
          </a:bodyPr>
          <a:lstStyle/>
          <a:p>
            <a:pPr algn="just">
              <a:buFont typeface="+mj-lt"/>
              <a:buAutoNum type="arabicPeriod"/>
            </a:pPr>
            <a:r>
              <a:rPr lang="en-IN" sz="3400" b="0" i="0" dirty="0">
                <a:solidFill>
                  <a:srgbClr val="D1D5DB"/>
                </a:solidFill>
                <a:effectLst/>
                <a:latin typeface="Times New Roman" panose="02020603050405020304" pitchFamily="18" charset="0"/>
                <a:cs typeface="Times New Roman" panose="02020603050405020304" pitchFamily="18" charset="0"/>
              </a:rPr>
              <a:t> Remove the User ID Column</a:t>
            </a:r>
          </a:p>
          <a:p>
            <a:pPr algn="just">
              <a:buFont typeface="+mj-lt"/>
              <a:buAutoNum type="arabicPeriod"/>
            </a:pPr>
            <a:r>
              <a:rPr lang="en-IN" sz="3400" b="0" i="0" dirty="0">
                <a:solidFill>
                  <a:srgbClr val="D1D5DB"/>
                </a:solidFill>
                <a:effectLst/>
                <a:latin typeface="Times New Roman" panose="02020603050405020304" pitchFamily="18" charset="0"/>
                <a:cs typeface="Times New Roman" panose="02020603050405020304" pitchFamily="18" charset="0"/>
              </a:rPr>
              <a:t> Handle Missing Values</a:t>
            </a:r>
          </a:p>
          <a:p>
            <a:pPr algn="just">
              <a:buFont typeface="+mj-lt"/>
              <a:buAutoNum type="arabicPeriod"/>
            </a:pPr>
            <a:r>
              <a:rPr lang="en-IN" sz="3400" b="0" i="0" dirty="0">
                <a:solidFill>
                  <a:srgbClr val="D1D5DB"/>
                </a:solidFill>
                <a:effectLst/>
                <a:latin typeface="Times New Roman" panose="02020603050405020304" pitchFamily="18" charset="0"/>
                <a:cs typeface="Times New Roman" panose="02020603050405020304" pitchFamily="18" charset="0"/>
              </a:rPr>
              <a:t> Handle Outliers</a:t>
            </a:r>
          </a:p>
          <a:p>
            <a:pPr algn="just">
              <a:buFont typeface="+mj-lt"/>
              <a:buAutoNum type="arabicPeriod"/>
            </a:pPr>
            <a:r>
              <a:rPr lang="en-IN" sz="3400" b="0" i="0" dirty="0">
                <a:solidFill>
                  <a:srgbClr val="D1D5DB"/>
                </a:solidFill>
                <a:effectLst/>
                <a:latin typeface="Times New Roman" panose="02020603050405020304" pitchFamily="18" charset="0"/>
                <a:cs typeface="Times New Roman" panose="02020603050405020304" pitchFamily="18" charset="0"/>
              </a:rPr>
              <a:t> Feature Engineering</a:t>
            </a:r>
          </a:p>
          <a:p>
            <a:pPr algn="just">
              <a:buFont typeface="+mj-lt"/>
              <a:buAutoNum type="arabicPeriod"/>
            </a:pPr>
            <a:r>
              <a:rPr lang="en-IN" sz="3400" b="0" i="0" dirty="0">
                <a:solidFill>
                  <a:srgbClr val="D1D5DB"/>
                </a:solidFill>
                <a:effectLst/>
                <a:latin typeface="Times New Roman" panose="02020603050405020304" pitchFamily="18" charset="0"/>
                <a:cs typeface="Times New Roman" panose="02020603050405020304" pitchFamily="18" charset="0"/>
              </a:rPr>
              <a:t> Data Normalization</a:t>
            </a:r>
          </a:p>
          <a:p>
            <a:pPr algn="just">
              <a:buFont typeface="+mj-lt"/>
              <a:buAutoNum type="arabicPeriod"/>
            </a:pPr>
            <a:r>
              <a:rPr lang="en-IN" sz="3400" b="0" i="0" dirty="0">
                <a:solidFill>
                  <a:srgbClr val="D1D5DB"/>
                </a:solidFill>
                <a:effectLst/>
                <a:latin typeface="Times New Roman" panose="02020603050405020304" pitchFamily="18" charset="0"/>
                <a:cs typeface="Times New Roman" panose="02020603050405020304" pitchFamily="18" charset="0"/>
              </a:rPr>
              <a:t> Scaling</a:t>
            </a:r>
          </a:p>
          <a:p>
            <a:pPr algn="just">
              <a:buFont typeface="+mj-lt"/>
              <a:buAutoNum type="arabicPeriod"/>
            </a:pPr>
            <a:r>
              <a:rPr lang="en-IN" sz="3400" b="0" i="0" dirty="0">
                <a:solidFill>
                  <a:srgbClr val="D1D5DB"/>
                </a:solidFill>
                <a:effectLst/>
                <a:latin typeface="Times New Roman" panose="02020603050405020304" pitchFamily="18" charset="0"/>
                <a:cs typeface="Times New Roman" panose="02020603050405020304" pitchFamily="18" charset="0"/>
              </a:rPr>
              <a:t> Feature Selection</a:t>
            </a:r>
          </a:p>
          <a:p>
            <a:pPr algn="just">
              <a:buFont typeface="+mj-lt"/>
              <a:buAutoNum type="arabicPeriod"/>
            </a:pPr>
            <a:r>
              <a:rPr lang="en-IN" sz="3400" b="0" i="0" dirty="0">
                <a:solidFill>
                  <a:srgbClr val="D1D5DB"/>
                </a:solidFill>
                <a:effectLst/>
                <a:latin typeface="Times New Roman" panose="02020603050405020304" pitchFamily="18" charset="0"/>
                <a:cs typeface="Times New Roman" panose="02020603050405020304" pitchFamily="18" charset="0"/>
              </a:rPr>
              <a:t> Train-Test Split</a:t>
            </a:r>
          </a:p>
          <a:p>
            <a:pPr marL="0" indent="0" algn="just">
              <a:buNone/>
            </a:pPr>
            <a:endParaRPr lang="en-IN" sz="3400" b="0" i="0" dirty="0">
              <a:solidFill>
                <a:srgbClr val="D1D5DB"/>
              </a:solidFill>
              <a:effectLst/>
              <a:latin typeface="Times New Roman" panose="02020603050405020304" pitchFamily="18" charset="0"/>
              <a:cs typeface="Times New Roman" panose="02020603050405020304" pitchFamily="18" charset="0"/>
            </a:endParaRPr>
          </a:p>
          <a:p>
            <a:pPr marL="0" indent="0" algn="just">
              <a:buNone/>
            </a:pPr>
            <a:r>
              <a:rPr lang="en-IN" sz="3400" b="0" i="0" dirty="0">
                <a:solidFill>
                  <a:srgbClr val="D1D5DB"/>
                </a:solidFill>
                <a:effectLst/>
                <a:latin typeface="Times New Roman" panose="02020603050405020304" pitchFamily="18" charset="0"/>
                <a:cs typeface="Times New Roman" panose="02020603050405020304" pitchFamily="18" charset="0"/>
              </a:rPr>
              <a:t>By following these steps, we can </a:t>
            </a:r>
            <a:r>
              <a:rPr lang="en-IN" sz="3400" b="0" i="0" dirty="0" err="1">
                <a:solidFill>
                  <a:srgbClr val="D1D5DB"/>
                </a:solidFill>
                <a:effectLst/>
                <a:latin typeface="Times New Roman" panose="02020603050405020304" pitchFamily="18" charset="0"/>
                <a:cs typeface="Times New Roman" panose="02020603050405020304" pitchFamily="18" charset="0"/>
              </a:rPr>
              <a:t>preprocess</a:t>
            </a:r>
            <a:r>
              <a:rPr lang="en-IN" sz="3400" b="0" i="0" dirty="0">
                <a:solidFill>
                  <a:srgbClr val="D1D5DB"/>
                </a:solidFill>
                <a:effectLst/>
                <a:latin typeface="Times New Roman" panose="02020603050405020304" pitchFamily="18" charset="0"/>
                <a:cs typeface="Times New Roman" panose="02020603050405020304" pitchFamily="18" charset="0"/>
              </a:rPr>
              <a:t> the data for calories prediction using exercise project and ensure that our model is accurate and efficient.</a:t>
            </a:r>
          </a:p>
          <a:p>
            <a:endParaRPr lang="en-US" sz="2000" dirty="0">
              <a:solidFill>
                <a:schemeClr val="bg1"/>
              </a:solidFill>
            </a:endParaRP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8375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E952BA38-EFE2-6EAA-49D5-38641862B429}"/>
              </a:ext>
            </a:extLst>
          </p:cNvPr>
          <p:cNvSpPr>
            <a:spLocks noGrp="1"/>
          </p:cNvSpPr>
          <p:nvPr>
            <p:ph type="title"/>
          </p:nvPr>
        </p:nvSpPr>
        <p:spPr>
          <a:xfrm>
            <a:off x="838200" y="669925"/>
            <a:ext cx="4508946" cy="1325563"/>
          </a:xfrm>
        </p:spPr>
        <p:txBody>
          <a:bodyPr anchor="b">
            <a:normAutofit/>
          </a:bodyPr>
          <a:lstStyle/>
          <a:p>
            <a:r>
              <a:rPr lang="en-US" b="1" i="1" dirty="0">
                <a:solidFill>
                  <a:schemeClr val="accent1">
                    <a:lumMod val="40000"/>
                    <a:lumOff val="60000"/>
                  </a:schemeClr>
                </a:solidFill>
                <a:latin typeface="Times New Roman" panose="02020603050405020304" pitchFamily="18" charset="0"/>
                <a:cs typeface="Times New Roman" panose="02020603050405020304" pitchFamily="18" charset="0"/>
              </a:rPr>
              <a:t>Model</a:t>
            </a:r>
            <a:r>
              <a:rPr lang="en-US" dirty="0">
                <a:solidFill>
                  <a:schemeClr val="bg1"/>
                </a:solidFill>
                <a:latin typeface="Times New Roman" panose="02020603050405020304" pitchFamily="18" charset="0"/>
                <a:cs typeface="Times New Roman" panose="02020603050405020304" pitchFamily="18" charset="0"/>
              </a:rPr>
              <a:t> </a:t>
            </a:r>
            <a:r>
              <a:rPr lang="en-US" b="1" i="1" dirty="0">
                <a:solidFill>
                  <a:schemeClr val="accent1">
                    <a:lumMod val="40000"/>
                    <a:lumOff val="60000"/>
                  </a:schemeClr>
                </a:solidFill>
                <a:latin typeface="Times New Roman" panose="02020603050405020304" pitchFamily="18" charset="0"/>
                <a:cs typeface="Times New Roman" panose="02020603050405020304" pitchFamily="18" charset="0"/>
              </a:rPr>
              <a:t>Selection</a:t>
            </a: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39166BE-C486-6085-5FB2-23EB1FDC0ED7}"/>
              </a:ext>
            </a:extLst>
          </p:cNvPr>
          <p:cNvSpPr txBox="1"/>
          <p:nvPr/>
        </p:nvSpPr>
        <p:spPr>
          <a:xfrm>
            <a:off x="838200" y="2467627"/>
            <a:ext cx="4723356" cy="2308324"/>
          </a:xfrm>
          <a:prstGeom prst="rect">
            <a:avLst/>
          </a:prstGeom>
          <a:noFill/>
        </p:spPr>
        <p:txBody>
          <a:bodyPr wrap="square" rtlCol="0">
            <a:spAutoFit/>
          </a:bodyPr>
          <a:lstStyle/>
          <a:p>
            <a:pPr marL="285750" indent="-285750" algn="just">
              <a:buFont typeface="Arial" panose="020B0604020202020204" pitchFamily="34" charset="0"/>
              <a:buChar char="•"/>
            </a:pPr>
            <a:r>
              <a:rPr lang="en-IN" b="0" i="0" dirty="0">
                <a:solidFill>
                  <a:srgbClr val="D1D5DB"/>
                </a:solidFill>
                <a:effectLst/>
                <a:latin typeface="Times New Roman" panose="02020603050405020304" pitchFamily="18" charset="0"/>
                <a:cs typeface="Times New Roman" panose="02020603050405020304" pitchFamily="18" charset="0"/>
              </a:rPr>
              <a:t>Performing model selection is crucial to ensure that the machine learning model built for the calories prediction using exercise project performs well and generalizes well to new, unseen data. By comparing and selecting the best-performing model, we can ensure that our model is accurate and reliable in predicting calories burned during exercise.</a:t>
            </a: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C7B5539-E10D-CCD1-B29B-FF1D41FAC675}"/>
              </a:ext>
            </a:extLst>
          </p:cNvPr>
          <p:cNvSpPr txBox="1"/>
          <p:nvPr/>
        </p:nvSpPr>
        <p:spPr>
          <a:xfrm>
            <a:off x="6208236" y="1738284"/>
            <a:ext cx="5590064" cy="3600986"/>
          </a:xfrm>
          <a:prstGeom prst="rect">
            <a:avLst/>
          </a:prstGeom>
          <a:noFill/>
        </p:spPr>
        <p:txBody>
          <a:bodyPr wrap="square" rtlCol="0">
            <a:spAutoFit/>
          </a:bodyPr>
          <a:lstStyle/>
          <a:p>
            <a:pPr algn="just"/>
            <a:r>
              <a:rPr lang="en-IN" sz="2400" b="0" i="0" dirty="0">
                <a:solidFill>
                  <a:srgbClr val="D1D5DB"/>
                </a:solidFill>
                <a:effectLst/>
                <a:latin typeface="Times New Roman" panose="02020603050405020304" pitchFamily="18" charset="0"/>
                <a:cs typeface="Times New Roman" panose="02020603050405020304" pitchFamily="18" charset="0"/>
              </a:rPr>
              <a:t>Steps:</a:t>
            </a:r>
          </a:p>
          <a:p>
            <a:pPr algn="just"/>
            <a:endParaRPr lang="en-IN" sz="2000" b="0" i="0" dirty="0">
              <a:solidFill>
                <a:srgbClr val="D1D5DB"/>
              </a:solidFill>
              <a:effectLst/>
              <a:latin typeface="Times New Roman" panose="02020603050405020304" pitchFamily="18" charset="0"/>
              <a:cs typeface="Times New Roman" panose="02020603050405020304" pitchFamily="18" charset="0"/>
            </a:endParaRPr>
          </a:p>
          <a:p>
            <a:pPr marL="457200" indent="-457200" algn="just">
              <a:buAutoNum type="arabicPeriod"/>
            </a:pPr>
            <a:r>
              <a:rPr lang="en-IN" sz="2000" b="0" i="0" dirty="0">
                <a:solidFill>
                  <a:srgbClr val="D1D5DB"/>
                </a:solidFill>
                <a:effectLst/>
                <a:latin typeface="Times New Roman" panose="02020603050405020304" pitchFamily="18" charset="0"/>
                <a:cs typeface="Times New Roman" panose="02020603050405020304" pitchFamily="18" charset="0"/>
              </a:rPr>
              <a:t>Define the Evaluation Metric</a:t>
            </a:r>
            <a:endParaRPr lang="en-IN" sz="2000" dirty="0">
              <a:solidFill>
                <a:srgbClr val="D1D5DB"/>
              </a:solidFill>
              <a:latin typeface="Times New Roman" panose="02020603050405020304" pitchFamily="18" charset="0"/>
              <a:cs typeface="Times New Roman" panose="02020603050405020304" pitchFamily="18" charset="0"/>
            </a:endParaRPr>
          </a:p>
          <a:p>
            <a:pPr marL="457200" indent="-457200" algn="just">
              <a:buAutoNum type="arabicPeriod"/>
            </a:pPr>
            <a:r>
              <a:rPr lang="en-IN" sz="2000" b="0" i="0" dirty="0">
                <a:solidFill>
                  <a:srgbClr val="D1D5DB"/>
                </a:solidFill>
                <a:effectLst/>
                <a:latin typeface="Times New Roman" panose="02020603050405020304" pitchFamily="18" charset="0"/>
                <a:cs typeface="Times New Roman" panose="02020603050405020304" pitchFamily="18" charset="0"/>
              </a:rPr>
              <a:t>Select the Candidate Models</a:t>
            </a:r>
            <a:endParaRPr lang="en-IN" sz="2000" dirty="0">
              <a:solidFill>
                <a:srgbClr val="D1D5DB"/>
              </a:solidFill>
              <a:latin typeface="Times New Roman" panose="02020603050405020304" pitchFamily="18" charset="0"/>
              <a:cs typeface="Times New Roman" panose="02020603050405020304" pitchFamily="18" charset="0"/>
            </a:endParaRPr>
          </a:p>
          <a:p>
            <a:pPr marL="457200" indent="-457200" algn="just">
              <a:buAutoNum type="arabicPeriod"/>
            </a:pPr>
            <a:r>
              <a:rPr lang="en-IN" sz="2000" b="0" i="0" dirty="0">
                <a:solidFill>
                  <a:srgbClr val="D1D5DB"/>
                </a:solidFill>
                <a:effectLst/>
                <a:latin typeface="Times New Roman" panose="02020603050405020304" pitchFamily="18" charset="0"/>
                <a:cs typeface="Times New Roman" panose="02020603050405020304" pitchFamily="18" charset="0"/>
              </a:rPr>
              <a:t>Split the Data</a:t>
            </a:r>
          </a:p>
          <a:p>
            <a:pPr marL="457200" indent="-457200" algn="just">
              <a:buAutoNum type="arabicPeriod"/>
            </a:pPr>
            <a:r>
              <a:rPr lang="en-IN" sz="2000" b="0" i="0" dirty="0">
                <a:solidFill>
                  <a:srgbClr val="D1D5DB"/>
                </a:solidFill>
                <a:effectLst/>
                <a:latin typeface="Times New Roman" panose="02020603050405020304" pitchFamily="18" charset="0"/>
                <a:cs typeface="Times New Roman" panose="02020603050405020304" pitchFamily="18" charset="0"/>
              </a:rPr>
              <a:t>Train the Models</a:t>
            </a:r>
            <a:endParaRPr lang="en-IN" sz="2000" dirty="0">
              <a:solidFill>
                <a:srgbClr val="D1D5DB"/>
              </a:solidFill>
              <a:latin typeface="Times New Roman" panose="02020603050405020304" pitchFamily="18" charset="0"/>
              <a:cs typeface="Times New Roman" panose="02020603050405020304" pitchFamily="18" charset="0"/>
            </a:endParaRPr>
          </a:p>
          <a:p>
            <a:pPr marL="457200" indent="-457200" algn="just">
              <a:buAutoNum type="arabicPeriod"/>
            </a:pPr>
            <a:r>
              <a:rPr lang="en-IN" sz="2000" b="0" i="0" dirty="0">
                <a:solidFill>
                  <a:srgbClr val="D1D5DB"/>
                </a:solidFill>
                <a:effectLst/>
                <a:latin typeface="Times New Roman" panose="02020603050405020304" pitchFamily="18" charset="0"/>
                <a:cs typeface="Times New Roman" panose="02020603050405020304" pitchFamily="18" charset="0"/>
              </a:rPr>
              <a:t>Evaluate the Models</a:t>
            </a:r>
          </a:p>
          <a:p>
            <a:pPr marL="457200" indent="-457200" algn="just">
              <a:buAutoNum type="arabicPeriod"/>
            </a:pPr>
            <a:r>
              <a:rPr lang="en-IN" sz="2000" b="0" i="0" dirty="0">
                <a:solidFill>
                  <a:srgbClr val="D1D5DB"/>
                </a:solidFill>
                <a:effectLst/>
                <a:latin typeface="Times New Roman" panose="02020603050405020304" pitchFamily="18" charset="0"/>
                <a:cs typeface="Times New Roman" panose="02020603050405020304" pitchFamily="18" charset="0"/>
              </a:rPr>
              <a:t>Refine the Model</a:t>
            </a:r>
          </a:p>
          <a:p>
            <a:pPr marL="457200" indent="-457200" algn="just">
              <a:buAutoNum type="arabicPeriod"/>
            </a:pPr>
            <a:r>
              <a:rPr lang="en-IN" sz="2000" b="0" i="0" dirty="0">
                <a:solidFill>
                  <a:srgbClr val="D1D5DB"/>
                </a:solidFill>
                <a:effectLst/>
                <a:latin typeface="Times New Roman" panose="02020603050405020304" pitchFamily="18" charset="0"/>
                <a:cs typeface="Times New Roman" panose="02020603050405020304" pitchFamily="18" charset="0"/>
              </a:rPr>
              <a:t>Re-evaluate the Model</a:t>
            </a:r>
            <a:endParaRPr lang="en-IN" sz="2000" dirty="0">
              <a:solidFill>
                <a:srgbClr val="D1D5DB"/>
              </a:solidFill>
              <a:latin typeface="Times New Roman" panose="02020603050405020304" pitchFamily="18" charset="0"/>
              <a:cs typeface="Times New Roman" panose="02020603050405020304" pitchFamily="18" charset="0"/>
            </a:endParaRPr>
          </a:p>
          <a:p>
            <a:pPr marL="457200" indent="-457200" algn="just">
              <a:buAutoNum type="arabicPeriod"/>
            </a:pPr>
            <a:r>
              <a:rPr lang="en-IN" sz="2000" b="0" i="0" dirty="0">
                <a:solidFill>
                  <a:srgbClr val="D1D5DB"/>
                </a:solidFill>
                <a:effectLst/>
                <a:latin typeface="Times New Roman" panose="02020603050405020304" pitchFamily="18" charset="0"/>
                <a:cs typeface="Times New Roman" panose="02020603050405020304" pitchFamily="18" charset="0"/>
              </a:rPr>
              <a:t>Finalize the Model</a:t>
            </a:r>
          </a:p>
          <a:p>
            <a:pPr algn="just">
              <a:buFont typeface="+mj-lt"/>
              <a:buAutoNum type="arabicPeriod"/>
            </a:pPr>
            <a:br>
              <a:rPr lang="en-IN"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23E9A1A-1505-2545-670D-D481430B6C60}"/>
              </a:ext>
            </a:extLst>
          </p:cNvPr>
          <p:cNvSpPr txBox="1"/>
          <p:nvPr/>
        </p:nvSpPr>
        <p:spPr>
          <a:xfrm>
            <a:off x="838200" y="5116285"/>
            <a:ext cx="4723356" cy="923330"/>
          </a:xfrm>
          <a:prstGeom prst="rect">
            <a:avLst/>
          </a:prstGeom>
          <a:noFill/>
        </p:spPr>
        <p:txBody>
          <a:bodyPr wrap="square" rtlCol="0">
            <a:spAutoFit/>
          </a:bodyPr>
          <a:lstStyle/>
          <a:p>
            <a:pPr marL="285750" indent="-285750" algn="just">
              <a:buFont typeface="Arial" panose="020B0604020202020204" pitchFamily="34" charset="0"/>
              <a:buChar char="•"/>
            </a:pPr>
            <a:r>
              <a:rPr lang="en-IN" dirty="0">
                <a:solidFill>
                  <a:srgbClr val="D1D5DB"/>
                </a:solidFill>
                <a:latin typeface="Times New Roman" panose="02020603050405020304" pitchFamily="18" charset="0"/>
                <a:cs typeface="Times New Roman" panose="02020603050405020304" pitchFamily="18" charset="0"/>
              </a:rPr>
              <a:t>H</a:t>
            </a:r>
            <a:r>
              <a:rPr lang="en-IN" b="0" i="0" dirty="0">
                <a:solidFill>
                  <a:srgbClr val="D1D5DB"/>
                </a:solidFill>
                <a:effectLst/>
                <a:latin typeface="Times New Roman" panose="02020603050405020304" pitchFamily="18" charset="0"/>
                <a:cs typeface="Times New Roman" panose="02020603050405020304" pitchFamily="18" charset="0"/>
              </a:rPr>
              <a:t>ere we are using Linear, Ridge, Lasso, SVR, XGB and Decision Tree Regression models.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2663032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E952BA38-EFE2-6EAA-49D5-38641862B429}"/>
              </a:ext>
            </a:extLst>
          </p:cNvPr>
          <p:cNvSpPr>
            <a:spLocks noGrp="1"/>
          </p:cNvSpPr>
          <p:nvPr>
            <p:ph type="title"/>
          </p:nvPr>
        </p:nvSpPr>
        <p:spPr>
          <a:xfrm>
            <a:off x="838200" y="669925"/>
            <a:ext cx="4936958" cy="1325563"/>
          </a:xfrm>
        </p:spPr>
        <p:txBody>
          <a:bodyPr anchor="b">
            <a:normAutofit fontScale="90000"/>
          </a:bodyPr>
          <a:lstStyle/>
          <a:p>
            <a:r>
              <a:rPr lang="en-US" b="1" i="1" dirty="0">
                <a:solidFill>
                  <a:schemeClr val="accent1">
                    <a:lumMod val="40000"/>
                    <a:lumOff val="60000"/>
                  </a:schemeClr>
                </a:solidFill>
                <a:latin typeface="Times New Roman" panose="02020603050405020304" pitchFamily="18" charset="0"/>
                <a:cs typeface="Times New Roman" panose="02020603050405020304" pitchFamily="18" charset="0"/>
              </a:rPr>
              <a:t>Difference between the current and the previous code</a:t>
            </a: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39166BE-C486-6085-5FB2-23EB1FDC0ED7}"/>
              </a:ext>
            </a:extLst>
          </p:cNvPr>
          <p:cNvSpPr txBox="1"/>
          <p:nvPr/>
        </p:nvSpPr>
        <p:spPr>
          <a:xfrm>
            <a:off x="838200" y="2514599"/>
            <a:ext cx="4659086" cy="1077218"/>
          </a:xfrm>
          <a:prstGeom prst="rect">
            <a:avLst/>
          </a:prstGeom>
          <a:noFill/>
        </p:spPr>
        <p:txBody>
          <a:bodyPr wrap="square" rtlCol="0">
            <a:spAutoFit/>
          </a:bodyPr>
          <a:lstStyle/>
          <a:p>
            <a:pPr marL="285750" indent="-285750" algn="just">
              <a:buFont typeface="Arial" panose="020B0604020202020204" pitchFamily="34" charset="0"/>
              <a:buChar char="•"/>
            </a:pPr>
            <a:r>
              <a:rPr lang="en-IN" sz="1600" b="0" i="0" dirty="0">
                <a:solidFill>
                  <a:srgbClr val="D1D5DB"/>
                </a:solidFill>
                <a:effectLst/>
                <a:latin typeface="Times New Roman" panose="02020603050405020304" pitchFamily="18" charset="0"/>
                <a:cs typeface="Times New Roman" panose="02020603050405020304" pitchFamily="18" charset="0"/>
              </a:rPr>
              <a:t>The main difference is that in the previous code, Python was run on the raw data, whereas in the current code, the data was </a:t>
            </a:r>
            <a:r>
              <a:rPr lang="en-IN" sz="1600" b="0" i="0" dirty="0" err="1">
                <a:solidFill>
                  <a:srgbClr val="D1D5DB"/>
                </a:solidFill>
                <a:effectLst/>
                <a:latin typeface="Times New Roman" panose="02020603050405020304" pitchFamily="18" charset="0"/>
                <a:cs typeface="Times New Roman" panose="02020603050405020304" pitchFamily="18" charset="0"/>
              </a:rPr>
              <a:t>preprocessed</a:t>
            </a:r>
            <a:r>
              <a:rPr lang="en-IN" sz="1600" b="0" i="0" dirty="0">
                <a:solidFill>
                  <a:srgbClr val="D1D5DB"/>
                </a:solidFill>
                <a:effectLst/>
                <a:latin typeface="Times New Roman" panose="02020603050405020304" pitchFamily="18" charset="0"/>
                <a:cs typeface="Times New Roman" panose="02020603050405020304" pitchFamily="18" charset="0"/>
              </a:rPr>
              <a:t> and scaled before running Python.</a:t>
            </a:r>
            <a:endParaRPr lang="en-US" sz="1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C7B5539-E10D-CCD1-B29B-FF1D41FAC675}"/>
              </a:ext>
            </a:extLst>
          </p:cNvPr>
          <p:cNvSpPr txBox="1"/>
          <p:nvPr/>
        </p:nvSpPr>
        <p:spPr>
          <a:xfrm>
            <a:off x="6093712" y="2514599"/>
            <a:ext cx="5439925" cy="2585323"/>
          </a:xfrm>
          <a:prstGeom prst="rect">
            <a:avLst/>
          </a:prstGeom>
          <a:noFill/>
        </p:spPr>
        <p:txBody>
          <a:bodyPr wrap="square" rtlCol="0">
            <a:spAutoFit/>
          </a:bodyPr>
          <a:lstStyle/>
          <a:p>
            <a:pPr marL="285750" indent="-285750" algn="just">
              <a:buFont typeface="Arial" panose="020B0604020202020204" pitchFamily="34" charset="0"/>
              <a:buChar char="•"/>
            </a:pPr>
            <a:r>
              <a:rPr lang="en-IN" b="0" i="0" dirty="0">
                <a:solidFill>
                  <a:srgbClr val="D1D5DB"/>
                </a:solidFill>
                <a:effectLst/>
                <a:latin typeface="Times New Roman" panose="02020603050405020304" pitchFamily="18" charset="0"/>
                <a:cs typeface="Times New Roman" panose="02020603050405020304" pitchFamily="18" charset="0"/>
              </a:rPr>
              <a:t>Feature scaling involves scaling the numerical features of the data to a common scale, such as between 0 and 1 or between -1 and 1. </a:t>
            </a:r>
          </a:p>
          <a:p>
            <a:pPr marL="285750" indent="-285750" algn="just">
              <a:buFont typeface="Arial" panose="020B0604020202020204" pitchFamily="34" charset="0"/>
              <a:buChar char="•"/>
            </a:pPr>
            <a:endParaRPr lang="en-IN" dirty="0">
              <a:solidFill>
                <a:srgbClr val="D1D5DB"/>
              </a:solidFill>
              <a:latin typeface="Times New Roman" panose="02020603050405020304" pitchFamily="18" charset="0"/>
              <a:cs typeface="Times New Roman" panose="02020603050405020304" pitchFamily="18" charset="0"/>
            </a:endParaRPr>
          </a:p>
          <a:p>
            <a:pPr algn="just"/>
            <a:endParaRPr lang="en-IN" dirty="0">
              <a:solidFill>
                <a:srgbClr val="D1D5DB"/>
              </a:solidFill>
              <a:latin typeface="Söhne"/>
            </a:endParaRPr>
          </a:p>
          <a:p>
            <a:pPr marL="285750" indent="-285750" algn="just">
              <a:buFont typeface="Arial" panose="020B0604020202020204" pitchFamily="34" charset="0"/>
              <a:buChar char="•"/>
            </a:pPr>
            <a:r>
              <a:rPr lang="en-IN" b="0" i="0" dirty="0">
                <a:solidFill>
                  <a:srgbClr val="D1D5DB"/>
                </a:solidFill>
                <a:effectLst/>
                <a:latin typeface="Times New Roman" panose="02020603050405020304" pitchFamily="18" charset="0"/>
                <a:cs typeface="Times New Roman" panose="02020603050405020304" pitchFamily="18" charset="0"/>
              </a:rPr>
              <a:t>By pre-processing and scaling the data, the current code is likely to produce more accurate and reliable results compared to the previous code, which was run on raw data without any </a:t>
            </a:r>
            <a:r>
              <a:rPr lang="en-IN" b="0" i="0" dirty="0" err="1">
                <a:solidFill>
                  <a:srgbClr val="D1D5DB"/>
                </a:solidFill>
                <a:effectLst/>
                <a:latin typeface="Times New Roman" panose="02020603050405020304" pitchFamily="18" charset="0"/>
                <a:cs typeface="Times New Roman" panose="02020603050405020304" pitchFamily="18" charset="0"/>
              </a:rPr>
              <a:t>preprocessing</a:t>
            </a:r>
            <a:r>
              <a:rPr lang="en-IN" b="0" i="0" dirty="0">
                <a:solidFill>
                  <a:srgbClr val="D1D5DB"/>
                </a:solidFill>
                <a:effectLst/>
                <a:latin typeface="Times New Roman" panose="02020603050405020304" pitchFamily="18" charset="0"/>
                <a:cs typeface="Times New Roman" panose="02020603050405020304" pitchFamily="18" charset="0"/>
              </a:rPr>
              <a:t> or scaling. </a:t>
            </a:r>
            <a:endParaRPr lang="en-US" sz="1200" dirty="0"/>
          </a:p>
        </p:txBody>
      </p:sp>
      <p:sp>
        <p:nvSpPr>
          <p:cNvPr id="7" name="TextBox 6">
            <a:extLst>
              <a:ext uri="{FF2B5EF4-FFF2-40B4-BE49-F238E27FC236}">
                <a16:creationId xmlns:a16="http://schemas.microsoft.com/office/drawing/2014/main" id="{6CE3531B-1B1C-AD70-1AAD-6F4B11A2B624}"/>
              </a:ext>
            </a:extLst>
          </p:cNvPr>
          <p:cNvSpPr txBox="1"/>
          <p:nvPr/>
        </p:nvSpPr>
        <p:spPr>
          <a:xfrm>
            <a:off x="838199" y="3999636"/>
            <a:ext cx="4723356" cy="1815882"/>
          </a:xfrm>
          <a:prstGeom prst="rect">
            <a:avLst/>
          </a:prstGeom>
          <a:noFill/>
        </p:spPr>
        <p:txBody>
          <a:bodyPr wrap="square" rtlCol="0">
            <a:spAutoFit/>
          </a:bodyPr>
          <a:lstStyle/>
          <a:p>
            <a:pPr marL="285750" indent="-285750" algn="just">
              <a:buFont typeface="Arial" panose="020B0604020202020204" pitchFamily="34" charset="0"/>
              <a:buChar char="•"/>
            </a:pPr>
            <a:r>
              <a:rPr lang="en-IN" sz="1600" b="0" i="0" dirty="0" err="1">
                <a:solidFill>
                  <a:srgbClr val="D1D5DB"/>
                </a:solidFill>
                <a:effectLst/>
                <a:latin typeface="Times New Roman" panose="02020603050405020304" pitchFamily="18" charset="0"/>
                <a:cs typeface="Times New Roman" panose="02020603050405020304" pitchFamily="18" charset="0"/>
              </a:rPr>
              <a:t>Preprocessing</a:t>
            </a:r>
            <a:r>
              <a:rPr lang="en-IN" sz="1600" b="0" i="0" dirty="0">
                <a:solidFill>
                  <a:srgbClr val="D1D5DB"/>
                </a:solidFill>
                <a:effectLst/>
                <a:latin typeface="Times New Roman" panose="02020603050405020304" pitchFamily="18" charset="0"/>
                <a:cs typeface="Times New Roman" panose="02020603050405020304" pitchFamily="18" charset="0"/>
              </a:rPr>
              <a:t> refers to the various data cleaning and transformation techniques applied to the raw data to make it suitable for analysis. In the current code, the raw data was likely subjected to various </a:t>
            </a:r>
            <a:r>
              <a:rPr lang="en-IN" sz="1600" b="0" i="0" dirty="0" err="1">
                <a:solidFill>
                  <a:srgbClr val="D1D5DB"/>
                </a:solidFill>
                <a:effectLst/>
                <a:latin typeface="Times New Roman" panose="02020603050405020304" pitchFamily="18" charset="0"/>
                <a:cs typeface="Times New Roman" panose="02020603050405020304" pitchFamily="18" charset="0"/>
              </a:rPr>
              <a:t>preprocessing</a:t>
            </a:r>
            <a:r>
              <a:rPr lang="en-IN" sz="1600" b="0" i="0" dirty="0">
                <a:solidFill>
                  <a:srgbClr val="D1D5DB"/>
                </a:solidFill>
                <a:effectLst/>
                <a:latin typeface="Times New Roman" panose="02020603050405020304" pitchFamily="18" charset="0"/>
                <a:cs typeface="Times New Roman" panose="02020603050405020304" pitchFamily="18" charset="0"/>
              </a:rPr>
              <a:t> steps such as removing missing values, encoding categorical variables, and feature scaling. </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7493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5EE21EDD-43AB-1C0C-FF05-C9FA66AC6AC8}"/>
              </a:ext>
            </a:extLst>
          </p:cNvPr>
          <p:cNvSpPr>
            <a:spLocks noGrp="1"/>
          </p:cNvSpPr>
          <p:nvPr>
            <p:ph type="title"/>
          </p:nvPr>
        </p:nvSpPr>
        <p:spPr>
          <a:xfrm>
            <a:off x="838200" y="669925"/>
            <a:ext cx="4508946" cy="1325563"/>
          </a:xfrm>
        </p:spPr>
        <p:txBody>
          <a:bodyPr anchor="b">
            <a:normAutofit/>
          </a:bodyPr>
          <a:lstStyle/>
          <a:p>
            <a:r>
              <a:rPr lang="en-US" b="1" i="1" dirty="0">
                <a:solidFill>
                  <a:schemeClr val="accent1">
                    <a:lumMod val="40000"/>
                    <a:lumOff val="60000"/>
                  </a:schemeClr>
                </a:solidFill>
                <a:latin typeface="Times New Roman" panose="02020603050405020304" pitchFamily="18" charset="0"/>
                <a:cs typeface="Times New Roman" panose="02020603050405020304" pitchFamily="18" charset="0"/>
              </a:rPr>
              <a:t>References</a:t>
            </a: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1C2F4AF-2AEF-E662-99EE-9DC4F7F243F2}"/>
              </a:ext>
            </a:extLst>
          </p:cNvPr>
          <p:cNvSpPr>
            <a:spLocks noGrp="1"/>
          </p:cNvSpPr>
          <p:nvPr>
            <p:ph idx="1"/>
          </p:nvPr>
        </p:nvSpPr>
        <p:spPr>
          <a:xfrm>
            <a:off x="1392667" y="2398957"/>
            <a:ext cx="9406666" cy="3526144"/>
          </a:xfrm>
        </p:spPr>
        <p:txBody>
          <a:bodyPr>
            <a:normAutofit/>
          </a:bodyPr>
          <a:lstStyle/>
          <a:p>
            <a:pPr algn="just"/>
            <a:r>
              <a:rPr lang="en-US" sz="2000" dirty="0">
                <a:solidFill>
                  <a:schemeClr val="bg1"/>
                </a:solidFill>
                <a:latin typeface="Times New Roman" panose="02020603050405020304" pitchFamily="18" charset="0"/>
                <a:cs typeface="Times New Roman" panose="02020603050405020304" pitchFamily="18" charset="0"/>
              </a:rPr>
              <a:t>GitHub: https://</a:t>
            </a:r>
            <a:r>
              <a:rPr lang="en-US" sz="2000" dirty="0" err="1">
                <a:solidFill>
                  <a:schemeClr val="bg1"/>
                </a:solidFill>
                <a:latin typeface="Times New Roman" panose="02020603050405020304" pitchFamily="18" charset="0"/>
                <a:cs typeface="Times New Roman" panose="02020603050405020304" pitchFamily="18" charset="0"/>
              </a:rPr>
              <a:t>github.com</a:t>
            </a:r>
            <a:r>
              <a:rPr lang="en-US" sz="2000" dirty="0">
                <a:solidFill>
                  <a:schemeClr val="bg1"/>
                </a:solidFill>
                <a:latin typeface="Times New Roman" panose="02020603050405020304" pitchFamily="18" charset="0"/>
                <a:cs typeface="Times New Roman" panose="02020603050405020304" pitchFamily="18" charset="0"/>
              </a:rPr>
              <a:t>/Kasra1377/calories-burned-prediction/blob/main/calories-prediction-</a:t>
            </a:r>
            <a:r>
              <a:rPr lang="en-US" sz="2000" dirty="0" err="1">
                <a:solidFill>
                  <a:schemeClr val="bg1"/>
                </a:solidFill>
                <a:latin typeface="Times New Roman" panose="02020603050405020304" pitchFamily="18" charset="0"/>
                <a:cs typeface="Times New Roman" panose="02020603050405020304" pitchFamily="18" charset="0"/>
              </a:rPr>
              <a:t>streamlit.py</a:t>
            </a:r>
            <a:endParaRPr lang="en-US" sz="2000" dirty="0">
              <a:solidFill>
                <a:schemeClr val="bg1"/>
              </a:solidFill>
              <a:latin typeface="Times New Roman" panose="02020603050405020304" pitchFamily="18" charset="0"/>
              <a:cs typeface="Times New Roman" panose="02020603050405020304" pitchFamily="18" charset="0"/>
            </a:endParaRPr>
          </a:p>
          <a:p>
            <a:pPr algn="just"/>
            <a:r>
              <a:rPr lang="en-US" sz="2000" dirty="0">
                <a:solidFill>
                  <a:schemeClr val="bg1"/>
                </a:solidFill>
                <a:latin typeface="Times New Roman" panose="02020603050405020304" pitchFamily="18" charset="0"/>
                <a:cs typeface="Times New Roman" panose="02020603050405020304" pitchFamily="18" charset="0"/>
              </a:rPr>
              <a:t>Kaggle: https://www.kaggle.com/code/fmendes/exercise-and-calories	</a:t>
            </a:r>
          </a:p>
          <a:p>
            <a:pPr algn="just"/>
            <a:r>
              <a:rPr lang="en-US" sz="2000" dirty="0">
                <a:solidFill>
                  <a:schemeClr val="bg1"/>
                </a:solidFill>
                <a:latin typeface="Times New Roman" panose="02020603050405020304" pitchFamily="18" charset="0"/>
                <a:cs typeface="Times New Roman" panose="02020603050405020304" pitchFamily="18" charset="0"/>
              </a:rPr>
              <a:t>Stack overflow: https://stackoverflow.com/questions/17071871/how-do-i-select-rows-from-a-dataframe-based-on-column-values/17071908#17071908</a:t>
            </a:r>
          </a:p>
          <a:p>
            <a:pPr algn="just"/>
            <a:r>
              <a:rPr lang="en-US" sz="2000" dirty="0">
                <a:solidFill>
                  <a:schemeClr val="bg1"/>
                </a:solidFill>
                <a:latin typeface="Times New Roman" panose="02020603050405020304" pitchFamily="18" charset="0"/>
                <a:cs typeface="Times New Roman" panose="02020603050405020304" pitchFamily="18" charset="0"/>
              </a:rPr>
              <a:t>YouTube: https://</a:t>
            </a:r>
            <a:r>
              <a:rPr lang="en-US" sz="2000" dirty="0" err="1">
                <a:solidFill>
                  <a:schemeClr val="bg1"/>
                </a:solidFill>
                <a:latin typeface="Times New Roman" panose="02020603050405020304" pitchFamily="18" charset="0"/>
                <a:cs typeface="Times New Roman" panose="02020603050405020304" pitchFamily="18" charset="0"/>
              </a:rPr>
              <a:t>www.youtube.com</a:t>
            </a:r>
            <a:r>
              <a:rPr lang="en-US" sz="2000" dirty="0">
                <a:solidFill>
                  <a:schemeClr val="bg1"/>
                </a:solidFill>
                <a:latin typeface="Times New Roman" panose="02020603050405020304" pitchFamily="18" charset="0"/>
                <a:cs typeface="Times New Roman" panose="02020603050405020304" pitchFamily="18" charset="0"/>
              </a:rPr>
              <a:t>/</a:t>
            </a:r>
            <a:r>
              <a:rPr lang="en-US" sz="2000" dirty="0" err="1">
                <a:solidFill>
                  <a:schemeClr val="bg1"/>
                </a:solidFill>
                <a:latin typeface="Times New Roman" panose="02020603050405020304" pitchFamily="18" charset="0"/>
                <a:cs typeface="Times New Roman" panose="02020603050405020304" pitchFamily="18" charset="0"/>
              </a:rPr>
              <a:t>watch?v</a:t>
            </a:r>
            <a:r>
              <a:rPr lang="en-US" sz="2000" dirty="0">
                <a:solidFill>
                  <a:schemeClr val="bg1"/>
                </a:solidFill>
                <a:latin typeface="Times New Roman" panose="02020603050405020304" pitchFamily="18" charset="0"/>
                <a:cs typeface="Times New Roman" panose="02020603050405020304" pitchFamily="18" charset="0"/>
              </a:rPr>
              <a:t>=</a:t>
            </a:r>
            <a:r>
              <a:rPr lang="en-US" sz="2000" dirty="0" err="1">
                <a:solidFill>
                  <a:schemeClr val="bg1"/>
                </a:solidFill>
                <a:latin typeface="Times New Roman" panose="02020603050405020304" pitchFamily="18" charset="0"/>
                <a:cs typeface="Times New Roman" panose="02020603050405020304" pitchFamily="18" charset="0"/>
              </a:rPr>
              <a:t>VqgUkExPvLY&amp;ab_channel</a:t>
            </a:r>
            <a:r>
              <a:rPr lang="en-US" sz="2000" dirty="0">
                <a:solidFill>
                  <a:schemeClr val="bg1"/>
                </a:solidFill>
                <a:latin typeface="Times New Roman" panose="02020603050405020304" pitchFamily="18" charset="0"/>
                <a:cs typeface="Times New Roman" panose="02020603050405020304" pitchFamily="18" charset="0"/>
              </a:rPr>
              <a:t>=</a:t>
            </a:r>
            <a:r>
              <a:rPr lang="en-US" sz="2000" dirty="0" err="1">
                <a:solidFill>
                  <a:schemeClr val="bg1"/>
                </a:solidFill>
                <a:latin typeface="Times New Roman" panose="02020603050405020304" pitchFamily="18" charset="0"/>
                <a:cs typeface="Times New Roman" panose="02020603050405020304" pitchFamily="18" charset="0"/>
              </a:rPr>
              <a:t>CodingIsFun</a:t>
            </a:r>
            <a:endParaRPr lang="en-US" sz="2000" dirty="0">
              <a:solidFill>
                <a:schemeClr val="bg1"/>
              </a:solidFill>
              <a:latin typeface="Times New Roman" panose="02020603050405020304" pitchFamily="18" charset="0"/>
              <a:cs typeface="Times New Roman" panose="02020603050405020304" pitchFamily="18" charset="0"/>
            </a:endParaRPr>
          </a:p>
          <a:p>
            <a:pPr marL="0" indent="0">
              <a:buNone/>
            </a:pPr>
            <a:endParaRPr lang="en-US" sz="2000" dirty="0">
              <a:solidFill>
                <a:schemeClr val="bg1"/>
              </a:solidFill>
            </a:endParaRP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3612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70CF755-D310-608B-B024-77400F360BDD}"/>
              </a:ext>
            </a:extLst>
          </p:cNvPr>
          <p:cNvSpPr>
            <a:spLocks noGrp="1"/>
          </p:cNvSpPr>
          <p:nvPr>
            <p:ph idx="1"/>
          </p:nvPr>
        </p:nvSpPr>
        <p:spPr>
          <a:xfrm>
            <a:off x="1392667" y="2398957"/>
            <a:ext cx="9406666" cy="3526144"/>
          </a:xfrm>
        </p:spPr>
        <p:txBody>
          <a:bodyPr anchor="ctr">
            <a:normAutofit/>
          </a:bodyPr>
          <a:lstStyle/>
          <a:p>
            <a:pPr marL="0" indent="0" algn="ctr">
              <a:buNone/>
            </a:pPr>
            <a:r>
              <a:rPr lang="en-US" sz="5400" b="1" i="1" dirty="0">
                <a:solidFill>
                  <a:schemeClr val="accent1">
                    <a:lumMod val="40000"/>
                    <a:lumOff val="60000"/>
                  </a:schemeClr>
                </a:solidFill>
                <a:latin typeface="Times New Roman" panose="02020603050405020304" pitchFamily="18" charset="0"/>
                <a:cs typeface="Times New Roman" panose="02020603050405020304" pitchFamily="18" charset="0"/>
              </a:rPr>
              <a:t>THANK YOU</a:t>
            </a: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9310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16">
            <a:extLst>
              <a:ext uri="{FF2B5EF4-FFF2-40B4-BE49-F238E27FC236}">
                <a16:creationId xmlns:a16="http://schemas.microsoft.com/office/drawing/2014/main" id="{5F18414D-1626-4996-AACB-23D3DE45B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CB6A1AD9-D9FF-2CE8-E72A-5262903ABE8C}"/>
              </a:ext>
            </a:extLst>
          </p:cNvPr>
          <p:cNvSpPr>
            <a:spLocks noGrp="1"/>
          </p:cNvSpPr>
          <p:nvPr>
            <p:ph type="title"/>
          </p:nvPr>
        </p:nvSpPr>
        <p:spPr>
          <a:xfrm>
            <a:off x="2428875" y="707132"/>
            <a:ext cx="3667125" cy="2387600"/>
          </a:xfrm>
        </p:spPr>
        <p:txBody>
          <a:bodyPr vert="horz" lIns="91440" tIns="45720" rIns="91440" bIns="45720" rtlCol="0" anchor="b">
            <a:normAutofit/>
          </a:bodyPr>
          <a:lstStyle/>
          <a:p>
            <a:r>
              <a:rPr lang="en-US" b="1" i="1" dirty="0">
                <a:solidFill>
                  <a:schemeClr val="accent1">
                    <a:lumMod val="40000"/>
                    <a:lumOff val="60000"/>
                  </a:schemeClr>
                </a:solidFill>
                <a:latin typeface="Times New Roman" panose="02020603050405020304" pitchFamily="18" charset="0"/>
                <a:cs typeface="Times New Roman" panose="02020603050405020304" pitchFamily="18" charset="0"/>
              </a:rPr>
              <a:t>Appendix</a:t>
            </a:r>
            <a:endParaRPr lang="en-US" b="1" i="1" kern="1200" dirty="0">
              <a:solidFill>
                <a:schemeClr val="accent1">
                  <a:lumMod val="40000"/>
                  <a:lumOff val="60000"/>
                </a:schemeClr>
              </a:solidFill>
              <a:latin typeface="Times New Roman" panose="02020603050405020304" pitchFamily="18" charset="0"/>
              <a:cs typeface="Times New Roman" panose="02020603050405020304" pitchFamily="18" charset="0"/>
            </a:endParaRPr>
          </a:p>
        </p:txBody>
      </p:sp>
      <p:cxnSp>
        <p:nvCxnSpPr>
          <p:cNvPr id="19" name="Straight Connector 18">
            <a:extLst>
              <a:ext uri="{FF2B5EF4-FFF2-40B4-BE49-F238E27FC236}">
                <a16:creationId xmlns:a16="http://schemas.microsoft.com/office/drawing/2014/main" id="{07A9243D-8FC3-4B36-874B-55906B03F48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3209925"/>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D84C2E9E-0B5D-4B5F-9A1F-70EBDCE390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85894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815ABFA-F73C-D061-B33A-A45526E04BD3}"/>
              </a:ext>
            </a:extLst>
          </p:cNvPr>
          <p:cNvPicPr>
            <a:picLocks noChangeAspect="1"/>
          </p:cNvPicPr>
          <p:nvPr/>
        </p:nvPicPr>
        <p:blipFill>
          <a:blip r:embed="rId2"/>
          <a:stretch>
            <a:fillRect/>
          </a:stretch>
        </p:blipFill>
        <p:spPr>
          <a:xfrm>
            <a:off x="575538" y="193040"/>
            <a:ext cx="5150485" cy="6664960"/>
          </a:xfrm>
          <a:prstGeom prst="rect">
            <a:avLst/>
          </a:prstGeom>
        </p:spPr>
      </p:pic>
      <p:pic>
        <p:nvPicPr>
          <p:cNvPr id="7" name="Picture 6">
            <a:extLst>
              <a:ext uri="{FF2B5EF4-FFF2-40B4-BE49-F238E27FC236}">
                <a16:creationId xmlns:a16="http://schemas.microsoft.com/office/drawing/2014/main" id="{CF35E17F-BC26-A047-5BF3-28287B9DE2FC}"/>
              </a:ext>
            </a:extLst>
          </p:cNvPr>
          <p:cNvPicPr>
            <a:picLocks noChangeAspect="1"/>
          </p:cNvPicPr>
          <p:nvPr/>
        </p:nvPicPr>
        <p:blipFill>
          <a:blip r:embed="rId3"/>
          <a:stretch>
            <a:fillRect/>
          </a:stretch>
        </p:blipFill>
        <p:spPr>
          <a:xfrm>
            <a:off x="6096000" y="193040"/>
            <a:ext cx="5911984" cy="6505472"/>
          </a:xfrm>
          <a:prstGeom prst="rect">
            <a:avLst/>
          </a:prstGeom>
        </p:spPr>
      </p:pic>
    </p:spTree>
    <p:extLst>
      <p:ext uri="{BB962C8B-B14F-4D97-AF65-F5344CB8AC3E}">
        <p14:creationId xmlns:p14="http://schemas.microsoft.com/office/powerpoint/2010/main" val="4427417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0790099-D23A-3922-6B62-569AFBEB78E1}"/>
              </a:ext>
            </a:extLst>
          </p:cNvPr>
          <p:cNvPicPr>
            <a:picLocks noChangeAspect="1"/>
          </p:cNvPicPr>
          <p:nvPr/>
        </p:nvPicPr>
        <p:blipFill>
          <a:blip r:embed="rId2"/>
          <a:stretch>
            <a:fillRect/>
          </a:stretch>
        </p:blipFill>
        <p:spPr>
          <a:xfrm>
            <a:off x="233045" y="-38100"/>
            <a:ext cx="5520055" cy="6819900"/>
          </a:xfrm>
          <a:prstGeom prst="rect">
            <a:avLst/>
          </a:prstGeom>
        </p:spPr>
      </p:pic>
      <p:pic>
        <p:nvPicPr>
          <p:cNvPr id="3" name="Picture 2">
            <a:extLst>
              <a:ext uri="{FF2B5EF4-FFF2-40B4-BE49-F238E27FC236}">
                <a16:creationId xmlns:a16="http://schemas.microsoft.com/office/drawing/2014/main" id="{2DA23AEB-7E8F-94A3-F90C-EBE9BCBC7C66}"/>
              </a:ext>
            </a:extLst>
          </p:cNvPr>
          <p:cNvPicPr>
            <a:picLocks noChangeAspect="1"/>
          </p:cNvPicPr>
          <p:nvPr/>
        </p:nvPicPr>
        <p:blipFill>
          <a:blip r:embed="rId3"/>
          <a:stretch>
            <a:fillRect/>
          </a:stretch>
        </p:blipFill>
        <p:spPr>
          <a:xfrm>
            <a:off x="5842000" y="-57150"/>
            <a:ext cx="5947410" cy="6858000"/>
          </a:xfrm>
          <a:prstGeom prst="rect">
            <a:avLst/>
          </a:prstGeom>
        </p:spPr>
      </p:pic>
    </p:spTree>
    <p:extLst>
      <p:ext uri="{BB962C8B-B14F-4D97-AF65-F5344CB8AC3E}">
        <p14:creationId xmlns:p14="http://schemas.microsoft.com/office/powerpoint/2010/main" val="4100665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D7808F5-F063-41EB-0067-3925CA017834}"/>
              </a:ext>
            </a:extLst>
          </p:cNvPr>
          <p:cNvPicPr>
            <a:picLocks noChangeAspect="1"/>
          </p:cNvPicPr>
          <p:nvPr/>
        </p:nvPicPr>
        <p:blipFill>
          <a:blip r:embed="rId2"/>
          <a:stretch>
            <a:fillRect/>
          </a:stretch>
        </p:blipFill>
        <p:spPr>
          <a:xfrm>
            <a:off x="182245" y="-92710"/>
            <a:ext cx="5913755" cy="7230110"/>
          </a:xfrm>
          <a:prstGeom prst="rect">
            <a:avLst/>
          </a:prstGeom>
        </p:spPr>
      </p:pic>
      <p:pic>
        <p:nvPicPr>
          <p:cNvPr id="3" name="Picture 2">
            <a:extLst>
              <a:ext uri="{FF2B5EF4-FFF2-40B4-BE49-F238E27FC236}">
                <a16:creationId xmlns:a16="http://schemas.microsoft.com/office/drawing/2014/main" id="{9CFA30EA-EF72-8FF3-5B8E-FB8F5F8AB81E}"/>
              </a:ext>
            </a:extLst>
          </p:cNvPr>
          <p:cNvPicPr>
            <a:picLocks noChangeAspect="1"/>
          </p:cNvPicPr>
          <p:nvPr/>
        </p:nvPicPr>
        <p:blipFill>
          <a:blip r:embed="rId3"/>
          <a:stretch>
            <a:fillRect/>
          </a:stretch>
        </p:blipFill>
        <p:spPr>
          <a:xfrm>
            <a:off x="6003290" y="-92710"/>
            <a:ext cx="6188710" cy="7230110"/>
          </a:xfrm>
          <a:prstGeom prst="rect">
            <a:avLst/>
          </a:prstGeom>
        </p:spPr>
      </p:pic>
    </p:spTree>
    <p:extLst>
      <p:ext uri="{BB962C8B-B14F-4D97-AF65-F5344CB8AC3E}">
        <p14:creationId xmlns:p14="http://schemas.microsoft.com/office/powerpoint/2010/main" val="3990054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C89DBD-46AA-D17F-BE88-6A734F8ADB7C}"/>
              </a:ext>
            </a:extLst>
          </p:cNvPr>
          <p:cNvPicPr>
            <a:picLocks noChangeAspect="1"/>
          </p:cNvPicPr>
          <p:nvPr/>
        </p:nvPicPr>
        <p:blipFill>
          <a:blip r:embed="rId2"/>
          <a:stretch>
            <a:fillRect/>
          </a:stretch>
        </p:blipFill>
        <p:spPr>
          <a:xfrm>
            <a:off x="13335" y="-168910"/>
            <a:ext cx="5777865" cy="7420610"/>
          </a:xfrm>
          <a:prstGeom prst="rect">
            <a:avLst/>
          </a:prstGeom>
        </p:spPr>
      </p:pic>
      <p:pic>
        <p:nvPicPr>
          <p:cNvPr id="3" name="Picture 2">
            <a:extLst>
              <a:ext uri="{FF2B5EF4-FFF2-40B4-BE49-F238E27FC236}">
                <a16:creationId xmlns:a16="http://schemas.microsoft.com/office/drawing/2014/main" id="{110B75CA-9032-54BF-4939-496C9427C9D3}"/>
              </a:ext>
            </a:extLst>
          </p:cNvPr>
          <p:cNvPicPr>
            <a:picLocks noChangeAspect="1"/>
          </p:cNvPicPr>
          <p:nvPr/>
        </p:nvPicPr>
        <p:blipFill>
          <a:blip r:embed="rId3"/>
          <a:stretch>
            <a:fillRect/>
          </a:stretch>
        </p:blipFill>
        <p:spPr>
          <a:xfrm>
            <a:off x="5791200" y="-168910"/>
            <a:ext cx="6188710" cy="7420610"/>
          </a:xfrm>
          <a:prstGeom prst="rect">
            <a:avLst/>
          </a:prstGeom>
        </p:spPr>
      </p:pic>
    </p:spTree>
    <p:extLst>
      <p:ext uri="{BB962C8B-B14F-4D97-AF65-F5344CB8AC3E}">
        <p14:creationId xmlns:p14="http://schemas.microsoft.com/office/powerpoint/2010/main" val="2602359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5A6EF1D-32AC-27BF-6372-8B2385250F98}"/>
              </a:ext>
            </a:extLst>
          </p:cNvPr>
          <p:cNvPicPr>
            <a:picLocks noChangeAspect="1"/>
          </p:cNvPicPr>
          <p:nvPr/>
        </p:nvPicPr>
        <p:blipFill>
          <a:blip r:embed="rId2"/>
          <a:stretch>
            <a:fillRect/>
          </a:stretch>
        </p:blipFill>
        <p:spPr>
          <a:xfrm>
            <a:off x="131445" y="-168910"/>
            <a:ext cx="5837555" cy="7344410"/>
          </a:xfrm>
          <a:prstGeom prst="rect">
            <a:avLst/>
          </a:prstGeom>
        </p:spPr>
      </p:pic>
      <p:pic>
        <p:nvPicPr>
          <p:cNvPr id="3" name="Picture 2">
            <a:extLst>
              <a:ext uri="{FF2B5EF4-FFF2-40B4-BE49-F238E27FC236}">
                <a16:creationId xmlns:a16="http://schemas.microsoft.com/office/drawing/2014/main" id="{C709A856-37B2-4387-DF08-9DDFAAC363B3}"/>
              </a:ext>
            </a:extLst>
          </p:cNvPr>
          <p:cNvPicPr>
            <a:picLocks noChangeAspect="1"/>
          </p:cNvPicPr>
          <p:nvPr/>
        </p:nvPicPr>
        <p:blipFill>
          <a:blip r:embed="rId3"/>
          <a:stretch>
            <a:fillRect/>
          </a:stretch>
        </p:blipFill>
        <p:spPr>
          <a:xfrm>
            <a:off x="5871845" y="-168910"/>
            <a:ext cx="6188710" cy="7344410"/>
          </a:xfrm>
          <a:prstGeom prst="rect">
            <a:avLst/>
          </a:prstGeom>
        </p:spPr>
      </p:pic>
    </p:spTree>
    <p:extLst>
      <p:ext uri="{BB962C8B-B14F-4D97-AF65-F5344CB8AC3E}">
        <p14:creationId xmlns:p14="http://schemas.microsoft.com/office/powerpoint/2010/main" val="2859868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24CA05D-AB05-D7E7-8AF7-D93B37DCCB1E}"/>
              </a:ext>
            </a:extLst>
          </p:cNvPr>
          <p:cNvPicPr>
            <a:picLocks noChangeAspect="1"/>
          </p:cNvPicPr>
          <p:nvPr/>
        </p:nvPicPr>
        <p:blipFill>
          <a:blip r:embed="rId2"/>
          <a:stretch>
            <a:fillRect/>
          </a:stretch>
        </p:blipFill>
        <p:spPr>
          <a:xfrm>
            <a:off x="0" y="-101600"/>
            <a:ext cx="5854700" cy="7293610"/>
          </a:xfrm>
          <a:prstGeom prst="rect">
            <a:avLst/>
          </a:prstGeom>
        </p:spPr>
      </p:pic>
      <p:pic>
        <p:nvPicPr>
          <p:cNvPr id="3" name="Picture 2">
            <a:extLst>
              <a:ext uri="{FF2B5EF4-FFF2-40B4-BE49-F238E27FC236}">
                <a16:creationId xmlns:a16="http://schemas.microsoft.com/office/drawing/2014/main" id="{2EE71580-FA92-94D4-F45B-C093B249AC72}"/>
              </a:ext>
            </a:extLst>
          </p:cNvPr>
          <p:cNvPicPr>
            <a:picLocks noChangeAspect="1"/>
          </p:cNvPicPr>
          <p:nvPr/>
        </p:nvPicPr>
        <p:blipFill>
          <a:blip r:embed="rId3"/>
          <a:stretch>
            <a:fillRect/>
          </a:stretch>
        </p:blipFill>
        <p:spPr>
          <a:xfrm>
            <a:off x="5854700" y="-105410"/>
            <a:ext cx="6188710" cy="7293610"/>
          </a:xfrm>
          <a:prstGeom prst="rect">
            <a:avLst/>
          </a:prstGeom>
        </p:spPr>
      </p:pic>
    </p:spTree>
    <p:extLst>
      <p:ext uri="{BB962C8B-B14F-4D97-AF65-F5344CB8AC3E}">
        <p14:creationId xmlns:p14="http://schemas.microsoft.com/office/powerpoint/2010/main" val="530361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1AC9FE7-0D08-83FC-B615-FFA1669306F0}"/>
              </a:ext>
            </a:extLst>
          </p:cNvPr>
          <p:cNvPicPr>
            <a:picLocks noChangeAspect="1"/>
          </p:cNvPicPr>
          <p:nvPr/>
        </p:nvPicPr>
        <p:blipFill>
          <a:blip r:embed="rId2"/>
          <a:stretch>
            <a:fillRect/>
          </a:stretch>
        </p:blipFill>
        <p:spPr>
          <a:xfrm>
            <a:off x="0" y="-156210"/>
            <a:ext cx="5905500" cy="7293610"/>
          </a:xfrm>
          <a:prstGeom prst="rect">
            <a:avLst/>
          </a:prstGeom>
        </p:spPr>
      </p:pic>
      <p:pic>
        <p:nvPicPr>
          <p:cNvPr id="3" name="Picture 2">
            <a:extLst>
              <a:ext uri="{FF2B5EF4-FFF2-40B4-BE49-F238E27FC236}">
                <a16:creationId xmlns:a16="http://schemas.microsoft.com/office/drawing/2014/main" id="{E26B6177-A822-AEDD-BA7C-ED8B112F4D3A}"/>
              </a:ext>
            </a:extLst>
          </p:cNvPr>
          <p:cNvPicPr>
            <a:picLocks noChangeAspect="1"/>
          </p:cNvPicPr>
          <p:nvPr/>
        </p:nvPicPr>
        <p:blipFill>
          <a:blip r:embed="rId3"/>
          <a:stretch>
            <a:fillRect/>
          </a:stretch>
        </p:blipFill>
        <p:spPr>
          <a:xfrm>
            <a:off x="6003290" y="-156210"/>
            <a:ext cx="6188710" cy="7293610"/>
          </a:xfrm>
          <a:prstGeom prst="rect">
            <a:avLst/>
          </a:prstGeom>
        </p:spPr>
      </p:pic>
    </p:spTree>
    <p:extLst>
      <p:ext uri="{BB962C8B-B14F-4D97-AF65-F5344CB8AC3E}">
        <p14:creationId xmlns:p14="http://schemas.microsoft.com/office/powerpoint/2010/main" val="10047275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05715EF-C418-073C-5F7E-BC7959537D69}"/>
              </a:ext>
            </a:extLst>
          </p:cNvPr>
          <p:cNvPicPr>
            <a:picLocks noChangeAspect="1"/>
          </p:cNvPicPr>
          <p:nvPr/>
        </p:nvPicPr>
        <p:blipFill>
          <a:blip r:embed="rId2"/>
          <a:stretch>
            <a:fillRect/>
          </a:stretch>
        </p:blipFill>
        <p:spPr>
          <a:xfrm>
            <a:off x="106045" y="-181610"/>
            <a:ext cx="5875655" cy="7344410"/>
          </a:xfrm>
          <a:prstGeom prst="rect">
            <a:avLst/>
          </a:prstGeom>
        </p:spPr>
      </p:pic>
      <p:pic>
        <p:nvPicPr>
          <p:cNvPr id="3" name="Picture 2">
            <a:extLst>
              <a:ext uri="{FF2B5EF4-FFF2-40B4-BE49-F238E27FC236}">
                <a16:creationId xmlns:a16="http://schemas.microsoft.com/office/drawing/2014/main" id="{BD4C3E16-6D96-06DB-A918-A925F92B262D}"/>
              </a:ext>
            </a:extLst>
          </p:cNvPr>
          <p:cNvPicPr>
            <a:picLocks noChangeAspect="1"/>
          </p:cNvPicPr>
          <p:nvPr/>
        </p:nvPicPr>
        <p:blipFill>
          <a:blip r:embed="rId3"/>
          <a:stretch>
            <a:fillRect/>
          </a:stretch>
        </p:blipFill>
        <p:spPr>
          <a:xfrm>
            <a:off x="5897245" y="-181610"/>
            <a:ext cx="6188710" cy="7344410"/>
          </a:xfrm>
          <a:prstGeom prst="rect">
            <a:avLst/>
          </a:prstGeom>
        </p:spPr>
      </p:pic>
    </p:spTree>
    <p:extLst>
      <p:ext uri="{BB962C8B-B14F-4D97-AF65-F5344CB8AC3E}">
        <p14:creationId xmlns:p14="http://schemas.microsoft.com/office/powerpoint/2010/main" val="12781331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8B0970-B724-400C-37BE-7F43CFEDE2A2}"/>
              </a:ext>
            </a:extLst>
          </p:cNvPr>
          <p:cNvPicPr>
            <a:picLocks noChangeAspect="1"/>
          </p:cNvPicPr>
          <p:nvPr/>
        </p:nvPicPr>
        <p:blipFill>
          <a:blip r:embed="rId2"/>
          <a:stretch>
            <a:fillRect/>
          </a:stretch>
        </p:blipFill>
        <p:spPr>
          <a:xfrm>
            <a:off x="457200" y="891520"/>
            <a:ext cx="5453380" cy="5626101"/>
          </a:xfrm>
          <a:prstGeom prst="rect">
            <a:avLst/>
          </a:prstGeom>
        </p:spPr>
      </p:pic>
      <p:sp>
        <p:nvSpPr>
          <p:cNvPr id="4" name="TextBox 3">
            <a:extLst>
              <a:ext uri="{FF2B5EF4-FFF2-40B4-BE49-F238E27FC236}">
                <a16:creationId xmlns:a16="http://schemas.microsoft.com/office/drawing/2014/main" id="{6E6CAD25-7FD5-C78F-8452-98789EB09663}"/>
              </a:ext>
            </a:extLst>
          </p:cNvPr>
          <p:cNvSpPr txBox="1"/>
          <p:nvPr/>
        </p:nvSpPr>
        <p:spPr>
          <a:xfrm>
            <a:off x="457200" y="368300"/>
            <a:ext cx="3911600"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Code for UI</a:t>
            </a:r>
            <a:r>
              <a:rPr lang="en-US" dirty="0"/>
              <a:t>:</a:t>
            </a:r>
          </a:p>
        </p:txBody>
      </p:sp>
      <p:pic>
        <p:nvPicPr>
          <p:cNvPr id="5" name="Picture 4">
            <a:extLst>
              <a:ext uri="{FF2B5EF4-FFF2-40B4-BE49-F238E27FC236}">
                <a16:creationId xmlns:a16="http://schemas.microsoft.com/office/drawing/2014/main" id="{C91FA4C2-B9C3-AE1F-728E-7421FBCEAF8D}"/>
              </a:ext>
            </a:extLst>
          </p:cNvPr>
          <p:cNvPicPr>
            <a:picLocks noChangeAspect="1"/>
          </p:cNvPicPr>
          <p:nvPr/>
        </p:nvPicPr>
        <p:blipFill>
          <a:blip r:embed="rId3"/>
          <a:stretch>
            <a:fillRect/>
          </a:stretch>
        </p:blipFill>
        <p:spPr>
          <a:xfrm>
            <a:off x="6281421" y="891520"/>
            <a:ext cx="5313679" cy="5626101"/>
          </a:xfrm>
          <a:prstGeom prst="rect">
            <a:avLst/>
          </a:prstGeom>
        </p:spPr>
      </p:pic>
    </p:spTree>
    <p:extLst>
      <p:ext uri="{BB962C8B-B14F-4D97-AF65-F5344CB8AC3E}">
        <p14:creationId xmlns:p14="http://schemas.microsoft.com/office/powerpoint/2010/main" val="1517795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descr="Graphical user interface&#10;&#10;Description automatically generated">
            <a:extLst>
              <a:ext uri="{FF2B5EF4-FFF2-40B4-BE49-F238E27FC236}">
                <a16:creationId xmlns:a16="http://schemas.microsoft.com/office/drawing/2014/main" id="{1B976037-6E3E-811C-2659-0A9233145E03}"/>
              </a:ext>
            </a:extLst>
          </p:cNvPr>
          <p:cNvPicPr>
            <a:picLocks noChangeAspect="1"/>
          </p:cNvPicPr>
          <p:nvPr/>
        </p:nvPicPr>
        <p:blipFill>
          <a:blip r:embed="rId2"/>
          <a:stretch>
            <a:fillRect/>
          </a:stretch>
        </p:blipFill>
        <p:spPr>
          <a:xfrm>
            <a:off x="2486025" y="1028700"/>
            <a:ext cx="7219950" cy="4800600"/>
          </a:xfrm>
          <a:prstGeom prst="rect">
            <a:avLst/>
          </a:prstGeom>
        </p:spPr>
      </p:pic>
    </p:spTree>
    <p:extLst>
      <p:ext uri="{BB962C8B-B14F-4D97-AF65-F5344CB8AC3E}">
        <p14:creationId xmlns:p14="http://schemas.microsoft.com/office/powerpoint/2010/main" val="10766937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1508</TotalTime>
  <Words>926</Words>
  <Application>Microsoft Office PowerPoint</Application>
  <PresentationFormat>Widescreen</PresentationFormat>
  <Paragraphs>91</Paragraphs>
  <Slides>23</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Söhne</vt:lpstr>
      <vt:lpstr>Times New Roman</vt:lpstr>
      <vt:lpstr>Office Theme</vt:lpstr>
      <vt:lpstr>  PRINCIPLES AND TECNIQUES OF DATA SCIENCE   PROJECT ON – Prediction of Calories Burnt Using Machine Learning  </vt:lpstr>
      <vt:lpstr>Mission &amp; Vision</vt:lpstr>
      <vt:lpstr>Project Design  </vt:lpstr>
      <vt:lpstr>Project Design  </vt:lpstr>
      <vt:lpstr>PowerPoint Presentation</vt:lpstr>
      <vt:lpstr>EDA (Exploratory Data Analysis)</vt:lpstr>
      <vt:lpstr>Feature Engineering</vt:lpstr>
      <vt:lpstr>Data Preprocessing</vt:lpstr>
      <vt:lpstr>Model Selection</vt:lpstr>
      <vt:lpstr>Difference between the current and the previous code</vt:lpstr>
      <vt:lpstr>References</vt:lpstr>
      <vt:lpstr>PowerPoint Presentation</vt:lpstr>
      <vt:lpstr>Appendix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ON –  PRINCIPLES AND TECNIQUES OF DATA SCIENCE</dc:title>
  <dc:creator>Moitreyee Biswas (BDA 22-24)</dc:creator>
  <cp:lastModifiedBy>Suchitha Reddy Chinthireddy</cp:lastModifiedBy>
  <cp:revision>4</cp:revision>
  <dcterms:created xsi:type="dcterms:W3CDTF">2023-04-19T06:44:48Z</dcterms:created>
  <dcterms:modified xsi:type="dcterms:W3CDTF">2023-04-23T21:14:17Z</dcterms:modified>
</cp:coreProperties>
</file>